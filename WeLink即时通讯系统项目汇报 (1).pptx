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6"/>
  </p:notesMasterIdLst>
  <p:handoutMasterIdLst>
    <p:handoutMasterId r:id="rId27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8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1.png"/><Relationship Id="rId2" Type="http://schemas.openxmlformats.org/officeDocument/2006/relationships/tags" Target="../tags/tag44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1.png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1.png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 descr="7b0a20202020227461726765744d6f64756c65223a202270726f636573734f6e6c696e65466f6e7473220a7d0a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j-lt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4288157" y="2769870"/>
            <a:ext cx="3615688" cy="108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圆: 空心 1"/>
          <p:cNvSpPr/>
          <p:nvPr userDrawn="1">
            <p:custDataLst>
              <p:tags r:id="rId6"/>
            </p:custDataLst>
          </p:nvPr>
        </p:nvSpPr>
        <p:spPr>
          <a:xfrm>
            <a:off x="3363180" y="783273"/>
            <a:ext cx="5392615" cy="5392615"/>
          </a:xfrm>
          <a:prstGeom prst="donut">
            <a:avLst>
              <a:gd name="adj" fmla="val 19617"/>
            </a:avLst>
          </a:prstGeom>
          <a:gradFill flip="none" rotWithShape="1">
            <a:gsLst>
              <a:gs pos="27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MiSans" panose="00000500000000000000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j-lt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6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b="0" dirty="0"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b="0"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/>
          <p:cNvSpPr/>
          <p:nvPr userDrawn="1">
            <p:custDataLst>
              <p:tags r:id="rId2"/>
            </p:custDataLst>
          </p:nvPr>
        </p:nvSpPr>
        <p:spPr>
          <a:xfrm>
            <a:off x="-6092" y="2573"/>
            <a:ext cx="683878" cy="728321"/>
          </a:xfrm>
          <a:custGeom>
            <a:avLst/>
            <a:gdLst>
              <a:gd name="connsiteX0" fmla="*/ 604834 w 683878"/>
              <a:gd name="connsiteY0" fmla="*/ 0 h 728321"/>
              <a:gd name="connsiteX1" fmla="*/ 648236 w 683878"/>
              <a:gd name="connsiteY1" fmla="*/ 80864 h 728321"/>
              <a:gd name="connsiteX2" fmla="*/ 394224 w 683878"/>
              <a:gd name="connsiteY2" fmla="*/ 692631 h 728321"/>
              <a:gd name="connsiteX3" fmla="*/ 35673 w 683878"/>
              <a:gd name="connsiteY3" fmla="*/ 692469 h 728321"/>
              <a:gd name="connsiteX4" fmla="*/ 0 w 683878"/>
              <a:gd name="connsiteY4" fmla="*/ 673504 h 728321"/>
              <a:gd name="connsiteX5" fmla="*/ 45 w 683878"/>
              <a:gd name="connsiteY5" fmla="*/ 397741 h 728321"/>
              <a:gd name="connsiteX6" fmla="*/ 3110 w 683878"/>
              <a:gd name="connsiteY6" fmla="*/ 403451 h 728321"/>
              <a:gd name="connsiteX7" fmla="*/ 313115 w 683878"/>
              <a:gd name="connsiteY7" fmla="*/ 496476 h 728321"/>
              <a:gd name="connsiteX8" fmla="*/ 451989 w 683878"/>
              <a:gd name="connsiteY8" fmla="*/ 162010 h 728321"/>
              <a:gd name="connsiteX9" fmla="*/ 117459 w 683878"/>
              <a:gd name="connsiteY9" fmla="*/ 23293 h 728321"/>
              <a:gd name="connsiteX10" fmla="*/ 1825 w 683878"/>
              <a:gd name="connsiteY10" fmla="*/ 118421 h 728321"/>
              <a:gd name="connsiteX11" fmla="*/ 91 w 683878"/>
              <a:gd name="connsiteY11" fmla="*/ 121677 h 728321"/>
              <a:gd name="connsiteX12" fmla="*/ 111 w 683878"/>
              <a:gd name="connsiteY12" fmla="*/ 100 h 728321"/>
              <a:gd name="connsiteX13" fmla="*/ 604834 w 683878"/>
              <a:gd name="connsiteY13" fmla="*/ 0 h 72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3878" h="728321">
                <a:moveTo>
                  <a:pt x="604834" y="0"/>
                </a:moveTo>
                <a:lnTo>
                  <a:pt x="648236" y="80864"/>
                </a:lnTo>
                <a:cubicBezTo>
                  <a:pt x="747060" y="319863"/>
                  <a:pt x="633335" y="593761"/>
                  <a:pt x="394224" y="692631"/>
                </a:cubicBezTo>
                <a:cubicBezTo>
                  <a:pt x="274668" y="742067"/>
                  <a:pt x="146403" y="738385"/>
                  <a:pt x="35673" y="692469"/>
                </a:cubicBezTo>
                <a:lnTo>
                  <a:pt x="0" y="673504"/>
                </a:lnTo>
                <a:lnTo>
                  <a:pt x="45" y="397741"/>
                </a:lnTo>
                <a:lnTo>
                  <a:pt x="3110" y="403451"/>
                </a:lnTo>
                <a:cubicBezTo>
                  <a:pt x="69761" y="502135"/>
                  <a:pt x="198730" y="543773"/>
                  <a:pt x="313115" y="496476"/>
                </a:cubicBezTo>
                <a:cubicBezTo>
                  <a:pt x="443842" y="442421"/>
                  <a:pt x="506018" y="292676"/>
                  <a:pt x="451989" y="162010"/>
                </a:cubicBezTo>
                <a:cubicBezTo>
                  <a:pt x="397960" y="31345"/>
                  <a:pt x="248185" y="-30762"/>
                  <a:pt x="117459" y="23293"/>
                </a:cubicBezTo>
                <a:cubicBezTo>
                  <a:pt x="68436" y="43563"/>
                  <a:pt x="29053" y="77290"/>
                  <a:pt x="1825" y="118421"/>
                </a:cubicBezTo>
                <a:lnTo>
                  <a:pt x="91" y="121677"/>
                </a:lnTo>
                <a:lnTo>
                  <a:pt x="111" y="100"/>
                </a:lnTo>
                <a:lnTo>
                  <a:pt x="604834" y="0"/>
                </a:lnTo>
                <a:close/>
              </a:path>
            </a:pathLst>
          </a:custGeom>
          <a:gradFill flip="none" rotWithShape="1">
            <a:gsLst>
              <a:gs pos="33000">
                <a:schemeClr val="bg1">
                  <a:alpha val="0"/>
                </a:schemeClr>
              </a:gs>
              <a:gs pos="88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>
            <p:custDataLst>
              <p:tags r:id="rId2"/>
            </p:custDataLst>
          </p:nvPr>
        </p:nvSpPr>
        <p:spPr>
          <a:xfrm>
            <a:off x="10528235" y="5352757"/>
            <a:ext cx="1663756" cy="1505347"/>
          </a:xfrm>
          <a:custGeom>
            <a:avLst/>
            <a:gdLst>
              <a:gd name="connsiteX0" fmla="*/ 1663756 w 1663756"/>
              <a:gd name="connsiteY0" fmla="*/ 0 h 1505347"/>
              <a:gd name="connsiteX1" fmla="*/ 1663448 w 1663756"/>
              <a:gd name="connsiteY1" fmla="*/ 721124 h 1505347"/>
              <a:gd name="connsiteX2" fmla="*/ 1559311 w 1663756"/>
              <a:gd name="connsiteY2" fmla="*/ 738909 h 1505347"/>
              <a:gd name="connsiteX3" fmla="*/ 1345905 w 1663756"/>
              <a:gd name="connsiteY3" fmla="*/ 810930 h 1505347"/>
              <a:gd name="connsiteX4" fmla="*/ 761888 w 1663756"/>
              <a:gd name="connsiteY4" fmla="*/ 1432106 h 1505347"/>
              <a:gd name="connsiteX5" fmla="*/ 738539 w 1663756"/>
              <a:gd name="connsiteY5" fmla="*/ 1505347 h 1505347"/>
              <a:gd name="connsiteX6" fmla="*/ 699919 w 1663756"/>
              <a:gd name="connsiteY6" fmla="*/ 1504681 h 1505347"/>
              <a:gd name="connsiteX7" fmla="*/ 0 w 1663756"/>
              <a:gd name="connsiteY7" fmla="*/ 1505295 h 1505347"/>
              <a:gd name="connsiteX8" fmla="*/ 35272 w 1663756"/>
              <a:gd name="connsiteY8" fmla="*/ 1345860 h 1505347"/>
              <a:gd name="connsiteX9" fmla="*/ 1049799 w 1663756"/>
              <a:gd name="connsiteY9" fmla="*/ 155437 h 1505347"/>
              <a:gd name="connsiteX10" fmla="*/ 1580244 w 1663756"/>
              <a:gd name="connsiteY10" fmla="*/ 6378 h 1505347"/>
              <a:gd name="connsiteX11" fmla="*/ 1663756 w 1663756"/>
              <a:gd name="connsiteY11" fmla="*/ 0 h 150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3756" h="1505347">
                <a:moveTo>
                  <a:pt x="1663756" y="0"/>
                </a:moveTo>
                <a:lnTo>
                  <a:pt x="1663448" y="721124"/>
                </a:lnTo>
                <a:lnTo>
                  <a:pt x="1559311" y="738909"/>
                </a:lnTo>
                <a:cubicBezTo>
                  <a:pt x="1487335" y="755400"/>
                  <a:pt x="1415920" y="779302"/>
                  <a:pt x="1345905" y="810930"/>
                </a:cubicBezTo>
                <a:cubicBezTo>
                  <a:pt x="1065266" y="937703"/>
                  <a:pt x="863047" y="1165585"/>
                  <a:pt x="761888" y="1432106"/>
                </a:cubicBezTo>
                <a:lnTo>
                  <a:pt x="738539" y="1505347"/>
                </a:lnTo>
                <a:lnTo>
                  <a:pt x="699919" y="1504681"/>
                </a:lnTo>
                <a:lnTo>
                  <a:pt x="0" y="1505295"/>
                </a:lnTo>
                <a:lnTo>
                  <a:pt x="35272" y="1345860"/>
                </a:lnTo>
                <a:cubicBezTo>
                  <a:pt x="174165" y="835899"/>
                  <a:pt x="530762" y="389902"/>
                  <a:pt x="1049799" y="155437"/>
                </a:cubicBezTo>
                <a:cubicBezTo>
                  <a:pt x="1222812" y="77282"/>
                  <a:pt x="1401220" y="28037"/>
                  <a:pt x="1580244" y="6378"/>
                </a:cubicBezTo>
                <a:lnTo>
                  <a:pt x="1663756" y="0"/>
                </a:lnTo>
                <a:close/>
              </a:path>
            </a:pathLst>
          </a:custGeom>
          <a:gradFill flip="none" rotWithShape="1">
            <a:gsLst>
              <a:gs pos="31000">
                <a:schemeClr val="accent1">
                  <a:lumMod val="20000"/>
                  <a:lumOff val="80000"/>
                </a:schemeClr>
              </a:gs>
              <a:gs pos="74000">
                <a:schemeClr val="accent1"/>
              </a:gs>
            </a:gsLst>
            <a:lin ang="135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-6092" y="2573"/>
            <a:ext cx="683878" cy="728321"/>
          </a:xfrm>
          <a:custGeom>
            <a:avLst/>
            <a:gdLst>
              <a:gd name="connsiteX0" fmla="*/ 604834 w 683878"/>
              <a:gd name="connsiteY0" fmla="*/ 0 h 728321"/>
              <a:gd name="connsiteX1" fmla="*/ 648236 w 683878"/>
              <a:gd name="connsiteY1" fmla="*/ 80864 h 728321"/>
              <a:gd name="connsiteX2" fmla="*/ 394224 w 683878"/>
              <a:gd name="connsiteY2" fmla="*/ 692631 h 728321"/>
              <a:gd name="connsiteX3" fmla="*/ 35673 w 683878"/>
              <a:gd name="connsiteY3" fmla="*/ 692469 h 728321"/>
              <a:gd name="connsiteX4" fmla="*/ 0 w 683878"/>
              <a:gd name="connsiteY4" fmla="*/ 673504 h 728321"/>
              <a:gd name="connsiteX5" fmla="*/ 45 w 683878"/>
              <a:gd name="connsiteY5" fmla="*/ 397741 h 728321"/>
              <a:gd name="connsiteX6" fmla="*/ 3110 w 683878"/>
              <a:gd name="connsiteY6" fmla="*/ 403451 h 728321"/>
              <a:gd name="connsiteX7" fmla="*/ 313115 w 683878"/>
              <a:gd name="connsiteY7" fmla="*/ 496476 h 728321"/>
              <a:gd name="connsiteX8" fmla="*/ 451989 w 683878"/>
              <a:gd name="connsiteY8" fmla="*/ 162010 h 728321"/>
              <a:gd name="connsiteX9" fmla="*/ 117459 w 683878"/>
              <a:gd name="connsiteY9" fmla="*/ 23293 h 728321"/>
              <a:gd name="connsiteX10" fmla="*/ 1825 w 683878"/>
              <a:gd name="connsiteY10" fmla="*/ 118421 h 728321"/>
              <a:gd name="connsiteX11" fmla="*/ 91 w 683878"/>
              <a:gd name="connsiteY11" fmla="*/ 121677 h 728321"/>
              <a:gd name="connsiteX12" fmla="*/ 111 w 683878"/>
              <a:gd name="connsiteY12" fmla="*/ 100 h 728321"/>
              <a:gd name="connsiteX13" fmla="*/ 604834 w 683878"/>
              <a:gd name="connsiteY13" fmla="*/ 0 h 72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3878" h="728321">
                <a:moveTo>
                  <a:pt x="604834" y="0"/>
                </a:moveTo>
                <a:lnTo>
                  <a:pt x="648236" y="80864"/>
                </a:lnTo>
                <a:cubicBezTo>
                  <a:pt x="747060" y="319863"/>
                  <a:pt x="633335" y="593761"/>
                  <a:pt x="394224" y="692631"/>
                </a:cubicBezTo>
                <a:cubicBezTo>
                  <a:pt x="274668" y="742067"/>
                  <a:pt x="146403" y="738385"/>
                  <a:pt x="35673" y="692469"/>
                </a:cubicBezTo>
                <a:lnTo>
                  <a:pt x="0" y="673504"/>
                </a:lnTo>
                <a:lnTo>
                  <a:pt x="45" y="397741"/>
                </a:lnTo>
                <a:lnTo>
                  <a:pt x="3110" y="403451"/>
                </a:lnTo>
                <a:cubicBezTo>
                  <a:pt x="69761" y="502135"/>
                  <a:pt x="198730" y="543773"/>
                  <a:pt x="313115" y="496476"/>
                </a:cubicBezTo>
                <a:cubicBezTo>
                  <a:pt x="443842" y="442421"/>
                  <a:pt x="506018" y="292676"/>
                  <a:pt x="451989" y="162010"/>
                </a:cubicBezTo>
                <a:cubicBezTo>
                  <a:pt x="397960" y="31345"/>
                  <a:pt x="248185" y="-30762"/>
                  <a:pt x="117459" y="23293"/>
                </a:cubicBezTo>
                <a:cubicBezTo>
                  <a:pt x="68436" y="43563"/>
                  <a:pt x="29053" y="77290"/>
                  <a:pt x="1825" y="118421"/>
                </a:cubicBezTo>
                <a:lnTo>
                  <a:pt x="91" y="121677"/>
                </a:lnTo>
                <a:lnTo>
                  <a:pt x="111" y="100"/>
                </a:lnTo>
                <a:lnTo>
                  <a:pt x="604834" y="0"/>
                </a:lnTo>
                <a:close/>
              </a:path>
            </a:pathLst>
          </a:custGeom>
          <a:gradFill flip="none" rotWithShape="1">
            <a:gsLst>
              <a:gs pos="33000">
                <a:schemeClr val="bg1">
                  <a:alpha val="0"/>
                </a:schemeClr>
              </a:gs>
              <a:gs pos="88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 descr="7b0a20202020227461726765744d6f64756c65223a202270726f636573734f6e6c696e65466f6e7473220a7d0a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b="0"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文本框 7" descr="门旁边的墙上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5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>
            <a:off x="1" y="0"/>
            <a:ext cx="12191998" cy="6858000"/>
          </a:xfrm>
          <a:prstGeom prst="rect">
            <a:avLst/>
          </a:prstGeom>
          <a:noFill/>
        </p:spPr>
      </p:pic>
      <p:sp>
        <p:nvSpPr>
          <p:cNvPr id="30" name="圆: 空心 29"/>
          <p:cNvSpPr/>
          <p:nvPr>
            <p:custDataLst>
              <p:tags r:id="rId4"/>
            </p:custDataLst>
          </p:nvPr>
        </p:nvSpPr>
        <p:spPr>
          <a:xfrm rot="5400000">
            <a:off x="7315787" y="1302555"/>
            <a:ext cx="2814149" cy="2821407"/>
          </a:xfrm>
          <a:prstGeom prst="donut">
            <a:avLst>
              <a:gd name="adj" fmla="val 22664"/>
            </a:avLst>
          </a:prstGeom>
          <a:gradFill flip="none" rotWithShape="1">
            <a:gsLst>
              <a:gs pos="32000">
                <a:srgbClr val="ECECF0">
                  <a:alpha val="0"/>
                </a:srgb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MiSans" panose="00000500000000000000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9" name="标题" descr="7b0a20202020227461726765744d6f64756c65223a202270726f636573734f6e6c696e65466f6e7473220a7d0a"/>
          <p:cNvSpPr txBox="1">
            <a:spLocks noGrp="1"/>
          </p:cNvSpPr>
          <p:nvPr>
            <p:ph type="title" idx="16388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12" name="署名占位符 10"/>
          <p:cNvSpPr>
            <a:spLocks noGrp="1"/>
          </p:cNvSpPr>
          <p:nvPr>
            <p:ph type="body" sz="quarter" idx="16390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门旁边的墙上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5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>
            <a:off x="1" y="0"/>
            <a:ext cx="12191998" cy="6858000"/>
          </a:xfrm>
          <a:prstGeom prst="rect">
            <a:avLst/>
          </a:prstGeom>
        </p:spPr>
      </p:pic>
      <p:sp>
        <p:nvSpPr>
          <p:cNvPr id="30" name="圆: 空心 29"/>
          <p:cNvSpPr/>
          <p:nvPr>
            <p:custDataLst>
              <p:tags r:id="rId4"/>
            </p:custDataLst>
          </p:nvPr>
        </p:nvSpPr>
        <p:spPr>
          <a:xfrm>
            <a:off x="937847" y="1174285"/>
            <a:ext cx="2814149" cy="2814149"/>
          </a:xfrm>
          <a:prstGeom prst="donut">
            <a:avLst>
              <a:gd name="adj" fmla="val 22664"/>
            </a:avLst>
          </a:prstGeom>
          <a:gradFill flip="none" rotWithShape="1">
            <a:gsLst>
              <a:gs pos="33000">
                <a:srgbClr val="ECECF0">
                  <a:alpha val="0"/>
                </a:srgbClr>
              </a:gs>
              <a:gs pos="91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MiSans" panose="00000500000000000000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1903942" y="3530600"/>
            <a:ext cx="8384117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单击此处添加章节标题</a:t>
            </a:r>
            <a:endParaRPr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332413" y="1905000"/>
            <a:ext cx="1527175" cy="152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文本框 7" descr="门旁边的墙上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5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>
            <a:off x="1" y="0"/>
            <a:ext cx="12191998" cy="6858000"/>
          </a:xfrm>
          <a:prstGeom prst="rect">
            <a:avLst/>
          </a:prstGeom>
          <a:noFill/>
        </p:spPr>
      </p:pic>
      <p:sp>
        <p:nvSpPr>
          <p:cNvPr id="30" name="圆: 空心 29"/>
          <p:cNvSpPr/>
          <p:nvPr>
            <p:custDataLst>
              <p:tags r:id="rId4"/>
            </p:custDataLst>
          </p:nvPr>
        </p:nvSpPr>
        <p:spPr>
          <a:xfrm>
            <a:off x="6301239" y="708025"/>
            <a:ext cx="2814149" cy="2814149"/>
          </a:xfrm>
          <a:prstGeom prst="donut">
            <a:avLst>
              <a:gd name="adj" fmla="val 22664"/>
            </a:avLst>
          </a:prstGeom>
          <a:gradFill flip="none" rotWithShape="1">
            <a:gsLst>
              <a:gs pos="33000">
                <a:srgbClr val="ECECF0">
                  <a:alpha val="0"/>
                </a:srgbClr>
              </a:gs>
              <a:gs pos="91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MiSans" panose="00000500000000000000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9"/>
            </p:custDataLst>
          </p:nvPr>
        </p:nvSpPr>
        <p:spPr>
          <a:xfrm>
            <a:off x="3364089" y="3175000"/>
            <a:ext cx="5451122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2" Type="http://schemas.openxmlformats.org/officeDocument/2006/relationships/theme" Target="../theme/theme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 userDrawn="1">
            <p:custDataLst>
              <p:tags r:id="rId13"/>
            </p:custDataLst>
          </p:nvPr>
        </p:nvSpPr>
        <p:spPr>
          <a:xfrm>
            <a:off x="11038205" y="5814695"/>
            <a:ext cx="1153795" cy="1043940"/>
          </a:xfrm>
          <a:custGeom>
            <a:avLst/>
            <a:gdLst>
              <a:gd name="connsiteX0" fmla="*/ 1663756 w 1663756"/>
              <a:gd name="connsiteY0" fmla="*/ 0 h 1505347"/>
              <a:gd name="connsiteX1" fmla="*/ 1663448 w 1663756"/>
              <a:gd name="connsiteY1" fmla="*/ 721124 h 1505347"/>
              <a:gd name="connsiteX2" fmla="*/ 1559311 w 1663756"/>
              <a:gd name="connsiteY2" fmla="*/ 738909 h 1505347"/>
              <a:gd name="connsiteX3" fmla="*/ 1345905 w 1663756"/>
              <a:gd name="connsiteY3" fmla="*/ 810930 h 1505347"/>
              <a:gd name="connsiteX4" fmla="*/ 761888 w 1663756"/>
              <a:gd name="connsiteY4" fmla="*/ 1432106 h 1505347"/>
              <a:gd name="connsiteX5" fmla="*/ 738539 w 1663756"/>
              <a:gd name="connsiteY5" fmla="*/ 1505347 h 1505347"/>
              <a:gd name="connsiteX6" fmla="*/ 699919 w 1663756"/>
              <a:gd name="connsiteY6" fmla="*/ 1504681 h 1505347"/>
              <a:gd name="connsiteX7" fmla="*/ 0 w 1663756"/>
              <a:gd name="connsiteY7" fmla="*/ 1505295 h 1505347"/>
              <a:gd name="connsiteX8" fmla="*/ 35272 w 1663756"/>
              <a:gd name="connsiteY8" fmla="*/ 1345860 h 1505347"/>
              <a:gd name="connsiteX9" fmla="*/ 1049799 w 1663756"/>
              <a:gd name="connsiteY9" fmla="*/ 155437 h 1505347"/>
              <a:gd name="connsiteX10" fmla="*/ 1580244 w 1663756"/>
              <a:gd name="connsiteY10" fmla="*/ 6378 h 1505347"/>
              <a:gd name="connsiteX11" fmla="*/ 1663756 w 1663756"/>
              <a:gd name="connsiteY11" fmla="*/ 0 h 150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3756" h="1505347">
                <a:moveTo>
                  <a:pt x="1663756" y="0"/>
                </a:moveTo>
                <a:lnTo>
                  <a:pt x="1663448" y="721124"/>
                </a:lnTo>
                <a:lnTo>
                  <a:pt x="1559311" y="738909"/>
                </a:lnTo>
                <a:cubicBezTo>
                  <a:pt x="1487335" y="755400"/>
                  <a:pt x="1415920" y="779302"/>
                  <a:pt x="1345905" y="810930"/>
                </a:cubicBezTo>
                <a:cubicBezTo>
                  <a:pt x="1065266" y="937703"/>
                  <a:pt x="863047" y="1165585"/>
                  <a:pt x="761888" y="1432106"/>
                </a:cubicBezTo>
                <a:lnTo>
                  <a:pt x="738539" y="1505347"/>
                </a:lnTo>
                <a:lnTo>
                  <a:pt x="699919" y="1504681"/>
                </a:lnTo>
                <a:lnTo>
                  <a:pt x="0" y="1505295"/>
                </a:lnTo>
                <a:lnTo>
                  <a:pt x="35272" y="1345860"/>
                </a:lnTo>
                <a:cubicBezTo>
                  <a:pt x="174165" y="835899"/>
                  <a:pt x="530762" y="389902"/>
                  <a:pt x="1049799" y="155437"/>
                </a:cubicBezTo>
                <a:cubicBezTo>
                  <a:pt x="1222812" y="77282"/>
                  <a:pt x="1401220" y="28037"/>
                  <a:pt x="1580244" y="6378"/>
                </a:cubicBezTo>
                <a:lnTo>
                  <a:pt x="1663756" y="0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alpha val="0"/>
                </a:schemeClr>
              </a:gs>
              <a:gs pos="74000">
                <a:schemeClr val="accent1">
                  <a:alpha val="67000"/>
                </a:schemeClr>
              </a:gs>
            </a:gsLst>
            <a:lin ang="135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14"/>
            </p:custDataLst>
          </p:nvPr>
        </p:nvSpPr>
        <p:spPr>
          <a:xfrm>
            <a:off x="-6092" y="2573"/>
            <a:ext cx="683878" cy="728321"/>
          </a:xfrm>
          <a:custGeom>
            <a:avLst/>
            <a:gdLst>
              <a:gd name="connsiteX0" fmla="*/ 604834 w 683878"/>
              <a:gd name="connsiteY0" fmla="*/ 0 h 728321"/>
              <a:gd name="connsiteX1" fmla="*/ 648236 w 683878"/>
              <a:gd name="connsiteY1" fmla="*/ 80864 h 728321"/>
              <a:gd name="connsiteX2" fmla="*/ 394224 w 683878"/>
              <a:gd name="connsiteY2" fmla="*/ 692631 h 728321"/>
              <a:gd name="connsiteX3" fmla="*/ 35673 w 683878"/>
              <a:gd name="connsiteY3" fmla="*/ 692469 h 728321"/>
              <a:gd name="connsiteX4" fmla="*/ 0 w 683878"/>
              <a:gd name="connsiteY4" fmla="*/ 673504 h 728321"/>
              <a:gd name="connsiteX5" fmla="*/ 45 w 683878"/>
              <a:gd name="connsiteY5" fmla="*/ 397741 h 728321"/>
              <a:gd name="connsiteX6" fmla="*/ 3110 w 683878"/>
              <a:gd name="connsiteY6" fmla="*/ 403451 h 728321"/>
              <a:gd name="connsiteX7" fmla="*/ 313115 w 683878"/>
              <a:gd name="connsiteY7" fmla="*/ 496476 h 728321"/>
              <a:gd name="connsiteX8" fmla="*/ 451989 w 683878"/>
              <a:gd name="connsiteY8" fmla="*/ 162010 h 728321"/>
              <a:gd name="connsiteX9" fmla="*/ 117459 w 683878"/>
              <a:gd name="connsiteY9" fmla="*/ 23293 h 728321"/>
              <a:gd name="connsiteX10" fmla="*/ 1825 w 683878"/>
              <a:gd name="connsiteY10" fmla="*/ 118421 h 728321"/>
              <a:gd name="connsiteX11" fmla="*/ 91 w 683878"/>
              <a:gd name="connsiteY11" fmla="*/ 121677 h 728321"/>
              <a:gd name="connsiteX12" fmla="*/ 111 w 683878"/>
              <a:gd name="connsiteY12" fmla="*/ 100 h 728321"/>
              <a:gd name="connsiteX13" fmla="*/ 604834 w 683878"/>
              <a:gd name="connsiteY13" fmla="*/ 0 h 72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3878" h="728321">
                <a:moveTo>
                  <a:pt x="604834" y="0"/>
                </a:moveTo>
                <a:lnTo>
                  <a:pt x="648236" y="80864"/>
                </a:lnTo>
                <a:cubicBezTo>
                  <a:pt x="747060" y="319863"/>
                  <a:pt x="633335" y="593761"/>
                  <a:pt x="394224" y="692631"/>
                </a:cubicBezTo>
                <a:cubicBezTo>
                  <a:pt x="274668" y="742067"/>
                  <a:pt x="146403" y="738385"/>
                  <a:pt x="35673" y="692469"/>
                </a:cubicBezTo>
                <a:lnTo>
                  <a:pt x="0" y="673504"/>
                </a:lnTo>
                <a:lnTo>
                  <a:pt x="45" y="397741"/>
                </a:lnTo>
                <a:lnTo>
                  <a:pt x="3110" y="403451"/>
                </a:lnTo>
                <a:cubicBezTo>
                  <a:pt x="69761" y="502135"/>
                  <a:pt x="198730" y="543773"/>
                  <a:pt x="313115" y="496476"/>
                </a:cubicBezTo>
                <a:cubicBezTo>
                  <a:pt x="443842" y="442421"/>
                  <a:pt x="506018" y="292676"/>
                  <a:pt x="451989" y="162010"/>
                </a:cubicBezTo>
                <a:cubicBezTo>
                  <a:pt x="397960" y="31345"/>
                  <a:pt x="248185" y="-30762"/>
                  <a:pt x="117459" y="23293"/>
                </a:cubicBezTo>
                <a:cubicBezTo>
                  <a:pt x="68436" y="43563"/>
                  <a:pt x="29053" y="77290"/>
                  <a:pt x="1825" y="118421"/>
                </a:cubicBezTo>
                <a:lnTo>
                  <a:pt x="91" y="121677"/>
                </a:lnTo>
                <a:lnTo>
                  <a:pt x="111" y="100"/>
                </a:lnTo>
                <a:lnTo>
                  <a:pt x="604834" y="0"/>
                </a:lnTo>
                <a:close/>
              </a:path>
            </a:pathLst>
          </a:custGeom>
          <a:gradFill flip="none" rotWithShape="1">
            <a:gsLst>
              <a:gs pos="33000">
                <a:schemeClr val="bg1">
                  <a:alpha val="0"/>
                </a:schemeClr>
              </a:gs>
              <a:gs pos="88000">
                <a:schemeClr val="accent1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" panose="000005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" panose="000005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  <a:buSzTx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>
              <a:buChar char="●"/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lvl="2">
              <a:buChar char="●"/>
            </a:pPr>
            <a:r>
              <a:rPr lang="zh-CN" altLang="en-US" dirty="0"/>
              <a:t>三级</a:t>
            </a:r>
            <a:endParaRPr lang="zh-CN" altLang="en-US" dirty="0"/>
          </a:p>
          <a:p>
            <a:pPr lvl="3">
              <a:buFont typeface="Wingdings" panose="05000000000000000000" charset="0"/>
              <a:buChar char=""/>
            </a:pP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300" normalizeH="0" baseline="0" dirty="0" smtClean="0">
          <a:ln>
            <a:noFill/>
            <a:prstDash val="sysDot"/>
          </a:ln>
          <a:solidFill>
            <a:schemeClr val="accent1"/>
          </a:solidFill>
          <a:latin typeface="+mj-ea"/>
          <a:ea typeface="+mj-ea"/>
          <a:cs typeface="+mj-lt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MiSans" panose="00000500000000000000" charset="-122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0" Type="http://schemas.openxmlformats.org/officeDocument/2006/relationships/slideLayout" Target="../slideLayouts/slideLayout16.xml"/><Relationship Id="rId6" Type="http://schemas.openxmlformats.org/officeDocument/2006/relationships/tags" Target="../tags/tag121.xml"/><Relationship Id="rId59" Type="http://schemas.openxmlformats.org/officeDocument/2006/relationships/tags" Target="../tags/tag160.xml"/><Relationship Id="rId58" Type="http://schemas.openxmlformats.org/officeDocument/2006/relationships/tags" Target="../tags/tag159.xml"/><Relationship Id="rId57" Type="http://schemas.openxmlformats.org/officeDocument/2006/relationships/image" Target="../media/image15.svg"/><Relationship Id="rId56" Type="http://schemas.openxmlformats.org/officeDocument/2006/relationships/image" Target="../media/image14.png"/><Relationship Id="rId55" Type="http://schemas.openxmlformats.org/officeDocument/2006/relationships/tags" Target="../tags/tag158.xml"/><Relationship Id="rId54" Type="http://schemas.openxmlformats.org/officeDocument/2006/relationships/tags" Target="../tags/tag157.xml"/><Relationship Id="rId53" Type="http://schemas.openxmlformats.org/officeDocument/2006/relationships/tags" Target="../tags/tag156.xml"/><Relationship Id="rId52" Type="http://schemas.openxmlformats.org/officeDocument/2006/relationships/tags" Target="../tags/tag155.xml"/><Relationship Id="rId51" Type="http://schemas.openxmlformats.org/officeDocument/2006/relationships/tags" Target="../tags/tag154.xml"/><Relationship Id="rId50" Type="http://schemas.openxmlformats.org/officeDocument/2006/relationships/image" Target="../media/image13.svg"/><Relationship Id="rId5" Type="http://schemas.openxmlformats.org/officeDocument/2006/relationships/tags" Target="../tags/tag120.xml"/><Relationship Id="rId49" Type="http://schemas.openxmlformats.org/officeDocument/2006/relationships/image" Target="../media/image12.png"/><Relationship Id="rId48" Type="http://schemas.openxmlformats.org/officeDocument/2006/relationships/tags" Target="../tags/tag153.xml"/><Relationship Id="rId47" Type="http://schemas.openxmlformats.org/officeDocument/2006/relationships/tags" Target="../tags/tag152.xml"/><Relationship Id="rId46" Type="http://schemas.openxmlformats.org/officeDocument/2006/relationships/tags" Target="../tags/tag151.xml"/><Relationship Id="rId45" Type="http://schemas.openxmlformats.org/officeDocument/2006/relationships/tags" Target="../tags/tag150.xml"/><Relationship Id="rId44" Type="http://schemas.openxmlformats.org/officeDocument/2006/relationships/tags" Target="../tags/tag149.xml"/><Relationship Id="rId43" Type="http://schemas.openxmlformats.org/officeDocument/2006/relationships/image" Target="../media/image11.svg"/><Relationship Id="rId42" Type="http://schemas.openxmlformats.org/officeDocument/2006/relationships/image" Target="../media/image10.png"/><Relationship Id="rId41" Type="http://schemas.openxmlformats.org/officeDocument/2006/relationships/tags" Target="../tags/tag148.xml"/><Relationship Id="rId40" Type="http://schemas.openxmlformats.org/officeDocument/2006/relationships/tags" Target="../tags/tag147.xml"/><Relationship Id="rId4" Type="http://schemas.openxmlformats.org/officeDocument/2006/relationships/tags" Target="../tags/tag119.xml"/><Relationship Id="rId39" Type="http://schemas.openxmlformats.org/officeDocument/2006/relationships/tags" Target="../tags/tag146.xml"/><Relationship Id="rId38" Type="http://schemas.openxmlformats.org/officeDocument/2006/relationships/tags" Target="../tags/tag145.xml"/><Relationship Id="rId37" Type="http://schemas.openxmlformats.org/officeDocument/2006/relationships/tags" Target="../tags/tag144.xml"/><Relationship Id="rId36" Type="http://schemas.openxmlformats.org/officeDocument/2006/relationships/image" Target="../media/image9.svg"/><Relationship Id="rId35" Type="http://schemas.openxmlformats.org/officeDocument/2006/relationships/image" Target="../media/image8.png"/><Relationship Id="rId34" Type="http://schemas.openxmlformats.org/officeDocument/2006/relationships/tags" Target="../tags/tag143.xml"/><Relationship Id="rId33" Type="http://schemas.openxmlformats.org/officeDocument/2006/relationships/tags" Target="../tags/tag142.xml"/><Relationship Id="rId32" Type="http://schemas.openxmlformats.org/officeDocument/2006/relationships/tags" Target="../tags/tag141.xml"/><Relationship Id="rId31" Type="http://schemas.openxmlformats.org/officeDocument/2006/relationships/tags" Target="../tags/tag140.xml"/><Relationship Id="rId30" Type="http://schemas.openxmlformats.org/officeDocument/2006/relationships/tags" Target="../tags/tag139.xml"/><Relationship Id="rId3" Type="http://schemas.openxmlformats.org/officeDocument/2006/relationships/tags" Target="../tags/tag118.xml"/><Relationship Id="rId29" Type="http://schemas.openxmlformats.org/officeDocument/2006/relationships/image" Target="../media/image7.svg"/><Relationship Id="rId28" Type="http://schemas.openxmlformats.org/officeDocument/2006/relationships/image" Target="../media/image6.png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image" Target="../media/image5.svg"/><Relationship Id="rId21" Type="http://schemas.openxmlformats.org/officeDocument/2006/relationships/image" Target="../media/image4.png"/><Relationship Id="rId20" Type="http://schemas.openxmlformats.org/officeDocument/2006/relationships/tags" Target="../tags/tag133.xml"/><Relationship Id="rId2" Type="http://schemas.openxmlformats.org/officeDocument/2006/relationships/tags" Target="../tags/tag117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image" Target="../media/image3.svg"/><Relationship Id="rId14" Type="http://schemas.openxmlformats.org/officeDocument/2006/relationships/image" Target="../media/image2.png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5" Type="http://schemas.openxmlformats.org/officeDocument/2006/relationships/slideLayout" Target="../slideLayouts/slideLayout16.xml"/><Relationship Id="rId74" Type="http://schemas.openxmlformats.org/officeDocument/2006/relationships/tags" Target="../tags/tag230.xml"/><Relationship Id="rId73" Type="http://schemas.openxmlformats.org/officeDocument/2006/relationships/tags" Target="../tags/tag229.xml"/><Relationship Id="rId72" Type="http://schemas.openxmlformats.org/officeDocument/2006/relationships/tags" Target="../tags/tag228.xml"/><Relationship Id="rId71" Type="http://schemas.openxmlformats.org/officeDocument/2006/relationships/tags" Target="../tags/tag227.xml"/><Relationship Id="rId70" Type="http://schemas.openxmlformats.org/officeDocument/2006/relationships/tags" Target="../tags/tag226.xml"/><Relationship Id="rId7" Type="http://schemas.openxmlformats.org/officeDocument/2006/relationships/tags" Target="../tags/tag167.xml"/><Relationship Id="rId69" Type="http://schemas.openxmlformats.org/officeDocument/2006/relationships/tags" Target="../tags/tag225.xml"/><Relationship Id="rId68" Type="http://schemas.openxmlformats.org/officeDocument/2006/relationships/tags" Target="../tags/tag224.xml"/><Relationship Id="rId67" Type="http://schemas.openxmlformats.org/officeDocument/2006/relationships/tags" Target="../tags/tag223.xml"/><Relationship Id="rId66" Type="http://schemas.openxmlformats.org/officeDocument/2006/relationships/tags" Target="../tags/tag222.xml"/><Relationship Id="rId65" Type="http://schemas.openxmlformats.org/officeDocument/2006/relationships/tags" Target="../tags/tag221.xml"/><Relationship Id="rId64" Type="http://schemas.openxmlformats.org/officeDocument/2006/relationships/tags" Target="../tags/tag220.xml"/><Relationship Id="rId63" Type="http://schemas.openxmlformats.org/officeDocument/2006/relationships/image" Target="../media/image19.svg"/><Relationship Id="rId62" Type="http://schemas.openxmlformats.org/officeDocument/2006/relationships/image" Target="../media/image18.png"/><Relationship Id="rId61" Type="http://schemas.openxmlformats.org/officeDocument/2006/relationships/tags" Target="../tags/tag219.xml"/><Relationship Id="rId60" Type="http://schemas.openxmlformats.org/officeDocument/2006/relationships/tags" Target="../tags/tag218.xml"/><Relationship Id="rId6" Type="http://schemas.openxmlformats.org/officeDocument/2006/relationships/tags" Target="../tags/tag166.xml"/><Relationship Id="rId59" Type="http://schemas.openxmlformats.org/officeDocument/2006/relationships/tags" Target="../tags/tag217.xml"/><Relationship Id="rId58" Type="http://schemas.openxmlformats.org/officeDocument/2006/relationships/tags" Target="../tags/tag216.xml"/><Relationship Id="rId57" Type="http://schemas.openxmlformats.org/officeDocument/2006/relationships/tags" Target="../tags/tag215.xml"/><Relationship Id="rId56" Type="http://schemas.openxmlformats.org/officeDocument/2006/relationships/image" Target="../media/image17.svg"/><Relationship Id="rId55" Type="http://schemas.openxmlformats.org/officeDocument/2006/relationships/image" Target="../media/image16.png"/><Relationship Id="rId54" Type="http://schemas.openxmlformats.org/officeDocument/2006/relationships/tags" Target="../tags/tag214.xml"/><Relationship Id="rId53" Type="http://schemas.openxmlformats.org/officeDocument/2006/relationships/tags" Target="../tags/tag213.xml"/><Relationship Id="rId52" Type="http://schemas.openxmlformats.org/officeDocument/2006/relationships/tags" Target="../tags/tag212.xml"/><Relationship Id="rId51" Type="http://schemas.openxmlformats.org/officeDocument/2006/relationships/tags" Target="../tags/tag211.xml"/><Relationship Id="rId50" Type="http://schemas.openxmlformats.org/officeDocument/2006/relationships/tags" Target="../tags/tag210.xml"/><Relationship Id="rId5" Type="http://schemas.openxmlformats.org/officeDocument/2006/relationships/tags" Target="../tags/tag165.xml"/><Relationship Id="rId49" Type="http://schemas.openxmlformats.org/officeDocument/2006/relationships/tags" Target="../tags/tag209.xml"/><Relationship Id="rId48" Type="http://schemas.openxmlformats.org/officeDocument/2006/relationships/tags" Target="../tags/tag208.xml"/><Relationship Id="rId47" Type="http://schemas.openxmlformats.org/officeDocument/2006/relationships/tags" Target="../tags/tag207.xml"/><Relationship Id="rId46" Type="http://schemas.openxmlformats.org/officeDocument/2006/relationships/tags" Target="../tags/tag206.xml"/><Relationship Id="rId45" Type="http://schemas.openxmlformats.org/officeDocument/2006/relationships/tags" Target="../tags/tag205.xml"/><Relationship Id="rId44" Type="http://schemas.openxmlformats.org/officeDocument/2006/relationships/tags" Target="../tags/tag204.xml"/><Relationship Id="rId43" Type="http://schemas.openxmlformats.org/officeDocument/2006/relationships/tags" Target="../tags/tag203.xml"/><Relationship Id="rId42" Type="http://schemas.openxmlformats.org/officeDocument/2006/relationships/tags" Target="../tags/tag202.xml"/><Relationship Id="rId41" Type="http://schemas.openxmlformats.org/officeDocument/2006/relationships/tags" Target="../tags/tag201.xml"/><Relationship Id="rId40" Type="http://schemas.openxmlformats.org/officeDocument/2006/relationships/tags" Target="../tags/tag200.xml"/><Relationship Id="rId4" Type="http://schemas.openxmlformats.org/officeDocument/2006/relationships/tags" Target="../tags/tag164.xml"/><Relationship Id="rId39" Type="http://schemas.openxmlformats.org/officeDocument/2006/relationships/tags" Target="../tags/tag199.xml"/><Relationship Id="rId38" Type="http://schemas.openxmlformats.org/officeDocument/2006/relationships/tags" Target="../tags/tag198.xml"/><Relationship Id="rId37" Type="http://schemas.openxmlformats.org/officeDocument/2006/relationships/tags" Target="../tags/tag197.xml"/><Relationship Id="rId36" Type="http://schemas.openxmlformats.org/officeDocument/2006/relationships/tags" Target="../tags/tag196.xml"/><Relationship Id="rId35" Type="http://schemas.openxmlformats.org/officeDocument/2006/relationships/tags" Target="../tags/tag195.xml"/><Relationship Id="rId34" Type="http://schemas.openxmlformats.org/officeDocument/2006/relationships/tags" Target="../tags/tag194.xml"/><Relationship Id="rId33" Type="http://schemas.openxmlformats.org/officeDocument/2006/relationships/tags" Target="../tags/tag193.xml"/><Relationship Id="rId32" Type="http://schemas.openxmlformats.org/officeDocument/2006/relationships/tags" Target="../tags/tag192.xml"/><Relationship Id="rId31" Type="http://schemas.openxmlformats.org/officeDocument/2006/relationships/tags" Target="../tags/tag191.xml"/><Relationship Id="rId30" Type="http://schemas.openxmlformats.org/officeDocument/2006/relationships/tags" Target="../tags/tag190.xml"/><Relationship Id="rId3" Type="http://schemas.openxmlformats.org/officeDocument/2006/relationships/tags" Target="../tags/tag163.xml"/><Relationship Id="rId29" Type="http://schemas.openxmlformats.org/officeDocument/2006/relationships/tags" Target="../tags/tag189.xml"/><Relationship Id="rId28" Type="http://schemas.openxmlformats.org/officeDocument/2006/relationships/tags" Target="../tags/tag188.xml"/><Relationship Id="rId27" Type="http://schemas.openxmlformats.org/officeDocument/2006/relationships/tags" Target="../tags/tag187.xml"/><Relationship Id="rId26" Type="http://schemas.openxmlformats.org/officeDocument/2006/relationships/tags" Target="../tags/tag186.xml"/><Relationship Id="rId25" Type="http://schemas.openxmlformats.org/officeDocument/2006/relationships/tags" Target="../tags/tag185.xml"/><Relationship Id="rId24" Type="http://schemas.openxmlformats.org/officeDocument/2006/relationships/tags" Target="../tags/tag184.xml"/><Relationship Id="rId23" Type="http://schemas.openxmlformats.org/officeDocument/2006/relationships/tags" Target="../tags/tag183.xml"/><Relationship Id="rId22" Type="http://schemas.openxmlformats.org/officeDocument/2006/relationships/tags" Target="../tags/tag182.xml"/><Relationship Id="rId21" Type="http://schemas.openxmlformats.org/officeDocument/2006/relationships/tags" Target="../tags/tag181.xml"/><Relationship Id="rId20" Type="http://schemas.openxmlformats.org/officeDocument/2006/relationships/tags" Target="../tags/tag180.xml"/><Relationship Id="rId2" Type="http://schemas.openxmlformats.org/officeDocument/2006/relationships/tags" Target="../tags/tag162.xml"/><Relationship Id="rId19" Type="http://schemas.openxmlformats.org/officeDocument/2006/relationships/tags" Target="../tags/tag179.xml"/><Relationship Id="rId18" Type="http://schemas.openxmlformats.org/officeDocument/2006/relationships/tags" Target="../tags/tag178.xml"/><Relationship Id="rId17" Type="http://schemas.openxmlformats.org/officeDocument/2006/relationships/tags" Target="../tags/tag177.xml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2" Type="http://schemas.openxmlformats.org/officeDocument/2006/relationships/slideLayout" Target="../slideLayouts/slideLayout16.xml"/><Relationship Id="rId41" Type="http://schemas.openxmlformats.org/officeDocument/2006/relationships/tags" Target="../tags/tag268.xml"/><Relationship Id="rId40" Type="http://schemas.openxmlformats.org/officeDocument/2006/relationships/tags" Target="../tags/tag267.xml"/><Relationship Id="rId4" Type="http://schemas.openxmlformats.org/officeDocument/2006/relationships/tags" Target="../tags/tag237.xml"/><Relationship Id="rId39" Type="http://schemas.openxmlformats.org/officeDocument/2006/relationships/tags" Target="../tags/tag266.xml"/><Relationship Id="rId38" Type="http://schemas.openxmlformats.org/officeDocument/2006/relationships/tags" Target="../tags/tag265.xml"/><Relationship Id="rId37" Type="http://schemas.openxmlformats.org/officeDocument/2006/relationships/tags" Target="../tags/tag264.xml"/><Relationship Id="rId36" Type="http://schemas.openxmlformats.org/officeDocument/2006/relationships/tags" Target="../tags/tag263.xml"/><Relationship Id="rId35" Type="http://schemas.openxmlformats.org/officeDocument/2006/relationships/tags" Target="../tags/tag262.xml"/><Relationship Id="rId34" Type="http://schemas.openxmlformats.org/officeDocument/2006/relationships/tags" Target="../tags/tag261.xml"/><Relationship Id="rId33" Type="http://schemas.openxmlformats.org/officeDocument/2006/relationships/tags" Target="../tags/tag260.xml"/><Relationship Id="rId32" Type="http://schemas.openxmlformats.org/officeDocument/2006/relationships/image" Target="../media/image25.svg"/><Relationship Id="rId31" Type="http://schemas.openxmlformats.org/officeDocument/2006/relationships/image" Target="../media/image24.png"/><Relationship Id="rId30" Type="http://schemas.openxmlformats.org/officeDocument/2006/relationships/tags" Target="../tags/tag259.xml"/><Relationship Id="rId3" Type="http://schemas.openxmlformats.org/officeDocument/2006/relationships/tags" Target="../tags/tag236.xml"/><Relationship Id="rId29" Type="http://schemas.openxmlformats.org/officeDocument/2006/relationships/tags" Target="../tags/tag258.xml"/><Relationship Id="rId28" Type="http://schemas.openxmlformats.org/officeDocument/2006/relationships/tags" Target="../tags/tag257.xml"/><Relationship Id="rId27" Type="http://schemas.openxmlformats.org/officeDocument/2006/relationships/tags" Target="../tags/tag256.xml"/><Relationship Id="rId26" Type="http://schemas.openxmlformats.org/officeDocument/2006/relationships/tags" Target="../tags/tag255.xml"/><Relationship Id="rId25" Type="http://schemas.openxmlformats.org/officeDocument/2006/relationships/tags" Target="../tags/tag254.xml"/><Relationship Id="rId24" Type="http://schemas.openxmlformats.org/officeDocument/2006/relationships/tags" Target="../tags/tag253.xml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tags" Target="../tags/tag252.xml"/><Relationship Id="rId20" Type="http://schemas.openxmlformats.org/officeDocument/2006/relationships/tags" Target="../tags/tag251.xml"/><Relationship Id="rId2" Type="http://schemas.openxmlformats.org/officeDocument/2006/relationships/tags" Target="../tags/tag235.xml"/><Relationship Id="rId19" Type="http://schemas.openxmlformats.org/officeDocument/2006/relationships/tags" Target="../tags/tag250.xml"/><Relationship Id="rId18" Type="http://schemas.openxmlformats.org/officeDocument/2006/relationships/tags" Target="../tags/tag249.xml"/><Relationship Id="rId17" Type="http://schemas.openxmlformats.org/officeDocument/2006/relationships/tags" Target="../tags/tag248.xml"/><Relationship Id="rId16" Type="http://schemas.openxmlformats.org/officeDocument/2006/relationships/tags" Target="../tags/tag247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tags" Target="../tags/tag23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image" Target="../media/image27.svg"/><Relationship Id="rId59" Type="http://schemas.openxmlformats.org/officeDocument/2006/relationships/slideLayout" Target="../slideLayouts/slideLayout16.xml"/><Relationship Id="rId58" Type="http://schemas.openxmlformats.org/officeDocument/2006/relationships/tags" Target="../tags/tag310.xml"/><Relationship Id="rId57" Type="http://schemas.openxmlformats.org/officeDocument/2006/relationships/tags" Target="../tags/tag309.xml"/><Relationship Id="rId56" Type="http://schemas.openxmlformats.org/officeDocument/2006/relationships/tags" Target="../tags/tag308.xml"/><Relationship Id="rId55" Type="http://schemas.openxmlformats.org/officeDocument/2006/relationships/image" Target="../media/image41.svg"/><Relationship Id="rId54" Type="http://schemas.openxmlformats.org/officeDocument/2006/relationships/image" Target="../media/image40.png"/><Relationship Id="rId53" Type="http://schemas.openxmlformats.org/officeDocument/2006/relationships/tags" Target="../tags/tag307.xml"/><Relationship Id="rId52" Type="http://schemas.openxmlformats.org/officeDocument/2006/relationships/tags" Target="../tags/tag306.xml"/><Relationship Id="rId51" Type="http://schemas.openxmlformats.org/officeDocument/2006/relationships/tags" Target="../tags/tag305.xml"/><Relationship Id="rId50" Type="http://schemas.openxmlformats.org/officeDocument/2006/relationships/tags" Target="../tags/tag304.xml"/><Relationship Id="rId5" Type="http://schemas.openxmlformats.org/officeDocument/2006/relationships/image" Target="../media/image26.png"/><Relationship Id="rId49" Type="http://schemas.openxmlformats.org/officeDocument/2006/relationships/tags" Target="../tags/tag303.xml"/><Relationship Id="rId48" Type="http://schemas.openxmlformats.org/officeDocument/2006/relationships/tags" Target="../tags/tag302.xml"/><Relationship Id="rId47" Type="http://schemas.openxmlformats.org/officeDocument/2006/relationships/image" Target="../media/image39.svg"/><Relationship Id="rId46" Type="http://schemas.openxmlformats.org/officeDocument/2006/relationships/image" Target="../media/image38.png"/><Relationship Id="rId45" Type="http://schemas.openxmlformats.org/officeDocument/2006/relationships/tags" Target="../tags/tag301.xml"/><Relationship Id="rId44" Type="http://schemas.openxmlformats.org/officeDocument/2006/relationships/tags" Target="../tags/tag300.xml"/><Relationship Id="rId43" Type="http://schemas.openxmlformats.org/officeDocument/2006/relationships/tags" Target="../tags/tag299.xml"/><Relationship Id="rId42" Type="http://schemas.openxmlformats.org/officeDocument/2006/relationships/tags" Target="../tags/tag298.xml"/><Relationship Id="rId41" Type="http://schemas.openxmlformats.org/officeDocument/2006/relationships/tags" Target="../tags/tag297.xml"/><Relationship Id="rId40" Type="http://schemas.openxmlformats.org/officeDocument/2006/relationships/tags" Target="../tags/tag296.xml"/><Relationship Id="rId4" Type="http://schemas.openxmlformats.org/officeDocument/2006/relationships/tags" Target="../tags/tag272.xml"/><Relationship Id="rId39" Type="http://schemas.openxmlformats.org/officeDocument/2006/relationships/image" Target="../media/image37.svg"/><Relationship Id="rId38" Type="http://schemas.openxmlformats.org/officeDocument/2006/relationships/image" Target="../media/image36.png"/><Relationship Id="rId37" Type="http://schemas.openxmlformats.org/officeDocument/2006/relationships/tags" Target="../tags/tag295.xml"/><Relationship Id="rId36" Type="http://schemas.openxmlformats.org/officeDocument/2006/relationships/tags" Target="../tags/tag294.xml"/><Relationship Id="rId35" Type="http://schemas.openxmlformats.org/officeDocument/2006/relationships/tags" Target="../tags/tag293.xml"/><Relationship Id="rId34" Type="http://schemas.openxmlformats.org/officeDocument/2006/relationships/tags" Target="../tags/tag292.xml"/><Relationship Id="rId33" Type="http://schemas.openxmlformats.org/officeDocument/2006/relationships/tags" Target="../tags/tag291.xml"/><Relationship Id="rId32" Type="http://schemas.openxmlformats.org/officeDocument/2006/relationships/tags" Target="../tags/tag290.xml"/><Relationship Id="rId31" Type="http://schemas.openxmlformats.org/officeDocument/2006/relationships/image" Target="../media/image35.svg"/><Relationship Id="rId30" Type="http://schemas.openxmlformats.org/officeDocument/2006/relationships/image" Target="../media/image34.png"/><Relationship Id="rId3" Type="http://schemas.openxmlformats.org/officeDocument/2006/relationships/tags" Target="../tags/tag271.xml"/><Relationship Id="rId29" Type="http://schemas.openxmlformats.org/officeDocument/2006/relationships/tags" Target="../tags/tag289.xml"/><Relationship Id="rId28" Type="http://schemas.openxmlformats.org/officeDocument/2006/relationships/tags" Target="../tags/tag288.xml"/><Relationship Id="rId27" Type="http://schemas.openxmlformats.org/officeDocument/2006/relationships/tags" Target="../tags/tag287.xml"/><Relationship Id="rId26" Type="http://schemas.openxmlformats.org/officeDocument/2006/relationships/tags" Target="../tags/tag286.xml"/><Relationship Id="rId25" Type="http://schemas.openxmlformats.org/officeDocument/2006/relationships/tags" Target="../tags/tag285.xml"/><Relationship Id="rId24" Type="http://schemas.openxmlformats.org/officeDocument/2006/relationships/tags" Target="../tags/tag284.xml"/><Relationship Id="rId23" Type="http://schemas.openxmlformats.org/officeDocument/2006/relationships/image" Target="../media/image33.svg"/><Relationship Id="rId22" Type="http://schemas.openxmlformats.org/officeDocument/2006/relationships/image" Target="../media/image32.png"/><Relationship Id="rId21" Type="http://schemas.openxmlformats.org/officeDocument/2006/relationships/tags" Target="../tags/tag283.xml"/><Relationship Id="rId20" Type="http://schemas.openxmlformats.org/officeDocument/2006/relationships/tags" Target="../tags/tag282.xml"/><Relationship Id="rId2" Type="http://schemas.openxmlformats.org/officeDocument/2006/relationships/tags" Target="../tags/tag270.xml"/><Relationship Id="rId19" Type="http://schemas.openxmlformats.org/officeDocument/2006/relationships/image" Target="../media/image31.svg"/><Relationship Id="rId18" Type="http://schemas.openxmlformats.org/officeDocument/2006/relationships/image" Target="../media/image30.png"/><Relationship Id="rId17" Type="http://schemas.openxmlformats.org/officeDocument/2006/relationships/tags" Target="../tags/tag281.xml"/><Relationship Id="rId16" Type="http://schemas.openxmlformats.org/officeDocument/2006/relationships/tags" Target="../tags/tag280.xml"/><Relationship Id="rId15" Type="http://schemas.openxmlformats.org/officeDocument/2006/relationships/tags" Target="../tags/tag279.xml"/><Relationship Id="rId14" Type="http://schemas.openxmlformats.org/officeDocument/2006/relationships/tags" Target="../tags/tag278.xml"/><Relationship Id="rId13" Type="http://schemas.openxmlformats.org/officeDocument/2006/relationships/tags" Target="../tags/tag277.xml"/><Relationship Id="rId12" Type="http://schemas.openxmlformats.org/officeDocument/2006/relationships/image" Target="../media/image29.svg"/><Relationship Id="rId11" Type="http://schemas.openxmlformats.org/officeDocument/2006/relationships/image" Target="../media/image28.png"/><Relationship Id="rId10" Type="http://schemas.openxmlformats.org/officeDocument/2006/relationships/tags" Target="../tags/tag276.xml"/><Relationship Id="rId1" Type="http://schemas.openxmlformats.org/officeDocument/2006/relationships/tags" Target="../tags/tag26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tags" Target="../tags/tag316.xml"/><Relationship Id="rId7" Type="http://schemas.openxmlformats.org/officeDocument/2006/relationships/tags" Target="../tags/tag315.xml"/><Relationship Id="rId6" Type="http://schemas.openxmlformats.org/officeDocument/2006/relationships/image" Target="../media/image43.svg"/><Relationship Id="rId59" Type="http://schemas.openxmlformats.org/officeDocument/2006/relationships/slideLayout" Target="../slideLayouts/slideLayout16.xml"/><Relationship Id="rId58" Type="http://schemas.openxmlformats.org/officeDocument/2006/relationships/tags" Target="../tags/tag350.xml"/><Relationship Id="rId57" Type="http://schemas.openxmlformats.org/officeDocument/2006/relationships/tags" Target="../tags/tag349.xml"/><Relationship Id="rId56" Type="http://schemas.openxmlformats.org/officeDocument/2006/relationships/tags" Target="../tags/tag348.xml"/><Relationship Id="rId55" Type="http://schemas.openxmlformats.org/officeDocument/2006/relationships/image" Target="../media/image59.svg"/><Relationship Id="rId54" Type="http://schemas.openxmlformats.org/officeDocument/2006/relationships/image" Target="../media/image58.png"/><Relationship Id="rId53" Type="http://schemas.openxmlformats.org/officeDocument/2006/relationships/tags" Target="../tags/tag347.xml"/><Relationship Id="rId52" Type="http://schemas.openxmlformats.org/officeDocument/2006/relationships/tags" Target="../tags/tag346.xml"/><Relationship Id="rId51" Type="http://schemas.openxmlformats.org/officeDocument/2006/relationships/tags" Target="../tags/tag345.xml"/><Relationship Id="rId50" Type="http://schemas.openxmlformats.org/officeDocument/2006/relationships/tags" Target="../tags/tag344.xml"/><Relationship Id="rId5" Type="http://schemas.openxmlformats.org/officeDocument/2006/relationships/image" Target="../media/image42.png"/><Relationship Id="rId49" Type="http://schemas.openxmlformats.org/officeDocument/2006/relationships/image" Target="../media/image57.svg"/><Relationship Id="rId48" Type="http://schemas.openxmlformats.org/officeDocument/2006/relationships/image" Target="../media/image56.png"/><Relationship Id="rId47" Type="http://schemas.openxmlformats.org/officeDocument/2006/relationships/tags" Target="../tags/tag343.xml"/><Relationship Id="rId46" Type="http://schemas.openxmlformats.org/officeDocument/2006/relationships/tags" Target="../tags/tag342.xml"/><Relationship Id="rId45" Type="http://schemas.openxmlformats.org/officeDocument/2006/relationships/tags" Target="../tags/tag341.xml"/><Relationship Id="rId44" Type="http://schemas.openxmlformats.org/officeDocument/2006/relationships/image" Target="../media/image55.svg"/><Relationship Id="rId43" Type="http://schemas.openxmlformats.org/officeDocument/2006/relationships/image" Target="../media/image54.png"/><Relationship Id="rId42" Type="http://schemas.openxmlformats.org/officeDocument/2006/relationships/tags" Target="../tags/tag340.xml"/><Relationship Id="rId41" Type="http://schemas.openxmlformats.org/officeDocument/2006/relationships/tags" Target="../tags/tag339.xml"/><Relationship Id="rId40" Type="http://schemas.openxmlformats.org/officeDocument/2006/relationships/tags" Target="../tags/tag338.xml"/><Relationship Id="rId4" Type="http://schemas.openxmlformats.org/officeDocument/2006/relationships/tags" Target="../tags/tag314.xml"/><Relationship Id="rId39" Type="http://schemas.openxmlformats.org/officeDocument/2006/relationships/tags" Target="../tags/tag337.xml"/><Relationship Id="rId38" Type="http://schemas.openxmlformats.org/officeDocument/2006/relationships/tags" Target="../tags/tag336.xml"/><Relationship Id="rId37" Type="http://schemas.openxmlformats.org/officeDocument/2006/relationships/image" Target="../media/image53.svg"/><Relationship Id="rId36" Type="http://schemas.openxmlformats.org/officeDocument/2006/relationships/image" Target="../media/image52.png"/><Relationship Id="rId35" Type="http://schemas.openxmlformats.org/officeDocument/2006/relationships/tags" Target="../tags/tag335.xml"/><Relationship Id="rId34" Type="http://schemas.openxmlformats.org/officeDocument/2006/relationships/tags" Target="../tags/tag334.xml"/><Relationship Id="rId33" Type="http://schemas.openxmlformats.org/officeDocument/2006/relationships/tags" Target="../tags/tag333.xml"/><Relationship Id="rId32" Type="http://schemas.openxmlformats.org/officeDocument/2006/relationships/tags" Target="../tags/tag332.xml"/><Relationship Id="rId31" Type="http://schemas.openxmlformats.org/officeDocument/2006/relationships/tags" Target="../tags/tag331.xml"/><Relationship Id="rId30" Type="http://schemas.openxmlformats.org/officeDocument/2006/relationships/image" Target="../media/image51.svg"/><Relationship Id="rId3" Type="http://schemas.openxmlformats.org/officeDocument/2006/relationships/tags" Target="../tags/tag313.xml"/><Relationship Id="rId29" Type="http://schemas.openxmlformats.org/officeDocument/2006/relationships/image" Target="../media/image50.png"/><Relationship Id="rId28" Type="http://schemas.openxmlformats.org/officeDocument/2006/relationships/tags" Target="../tags/tag330.xml"/><Relationship Id="rId27" Type="http://schemas.openxmlformats.org/officeDocument/2006/relationships/tags" Target="../tags/tag329.xml"/><Relationship Id="rId26" Type="http://schemas.openxmlformats.org/officeDocument/2006/relationships/tags" Target="../tags/tag328.xml"/><Relationship Id="rId25" Type="http://schemas.openxmlformats.org/officeDocument/2006/relationships/tags" Target="../tags/tag327.xml"/><Relationship Id="rId24" Type="http://schemas.openxmlformats.org/officeDocument/2006/relationships/tags" Target="../tags/tag326.xml"/><Relationship Id="rId23" Type="http://schemas.openxmlformats.org/officeDocument/2006/relationships/image" Target="../media/image49.svg"/><Relationship Id="rId22" Type="http://schemas.openxmlformats.org/officeDocument/2006/relationships/image" Target="../media/image48.png"/><Relationship Id="rId21" Type="http://schemas.openxmlformats.org/officeDocument/2006/relationships/tags" Target="../tags/tag325.xml"/><Relationship Id="rId20" Type="http://schemas.openxmlformats.org/officeDocument/2006/relationships/tags" Target="../tags/tag324.xml"/><Relationship Id="rId2" Type="http://schemas.openxmlformats.org/officeDocument/2006/relationships/tags" Target="../tags/tag312.xml"/><Relationship Id="rId19" Type="http://schemas.openxmlformats.org/officeDocument/2006/relationships/tags" Target="../tags/tag323.xml"/><Relationship Id="rId18" Type="http://schemas.openxmlformats.org/officeDocument/2006/relationships/tags" Target="../tags/tag322.xml"/><Relationship Id="rId17" Type="http://schemas.openxmlformats.org/officeDocument/2006/relationships/image" Target="../media/image47.svg"/><Relationship Id="rId16" Type="http://schemas.openxmlformats.org/officeDocument/2006/relationships/image" Target="../media/image46.png"/><Relationship Id="rId15" Type="http://schemas.openxmlformats.org/officeDocument/2006/relationships/tags" Target="../tags/tag321.xml"/><Relationship Id="rId14" Type="http://schemas.openxmlformats.org/officeDocument/2006/relationships/tags" Target="../tags/tag320.xml"/><Relationship Id="rId13" Type="http://schemas.openxmlformats.org/officeDocument/2006/relationships/tags" Target="../tags/tag319.xml"/><Relationship Id="rId12" Type="http://schemas.openxmlformats.org/officeDocument/2006/relationships/tags" Target="../tags/tag318.xml"/><Relationship Id="rId11" Type="http://schemas.openxmlformats.org/officeDocument/2006/relationships/image" Target="../media/image45.svg"/><Relationship Id="rId10" Type="http://schemas.openxmlformats.org/officeDocument/2006/relationships/image" Target="../media/image44.png"/><Relationship Id="rId1" Type="http://schemas.openxmlformats.org/officeDocument/2006/relationships/tags" Target="../tags/tag31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57.xml"/><Relationship Id="rId87" Type="http://schemas.openxmlformats.org/officeDocument/2006/relationships/slideLayout" Target="../slideLayouts/slideLayout16.xml"/><Relationship Id="rId86" Type="http://schemas.openxmlformats.org/officeDocument/2006/relationships/tags" Target="../tags/tag418.xml"/><Relationship Id="rId85" Type="http://schemas.openxmlformats.org/officeDocument/2006/relationships/tags" Target="../tags/tag417.xml"/><Relationship Id="rId84" Type="http://schemas.openxmlformats.org/officeDocument/2006/relationships/image" Target="../media/image71.svg"/><Relationship Id="rId83" Type="http://schemas.openxmlformats.org/officeDocument/2006/relationships/image" Target="../media/image70.png"/><Relationship Id="rId82" Type="http://schemas.openxmlformats.org/officeDocument/2006/relationships/tags" Target="../tags/tag416.xml"/><Relationship Id="rId81" Type="http://schemas.openxmlformats.org/officeDocument/2006/relationships/tags" Target="../tags/tag415.xml"/><Relationship Id="rId80" Type="http://schemas.openxmlformats.org/officeDocument/2006/relationships/tags" Target="../tags/tag414.xml"/><Relationship Id="rId8" Type="http://schemas.openxmlformats.org/officeDocument/2006/relationships/tags" Target="../tags/tag356.xml"/><Relationship Id="rId79" Type="http://schemas.openxmlformats.org/officeDocument/2006/relationships/tags" Target="../tags/tag413.xml"/><Relationship Id="rId78" Type="http://schemas.openxmlformats.org/officeDocument/2006/relationships/tags" Target="../tags/tag412.xml"/><Relationship Id="rId77" Type="http://schemas.openxmlformats.org/officeDocument/2006/relationships/image" Target="../media/image11.svg"/><Relationship Id="rId76" Type="http://schemas.openxmlformats.org/officeDocument/2006/relationships/image" Target="../media/image10.png"/><Relationship Id="rId75" Type="http://schemas.openxmlformats.org/officeDocument/2006/relationships/tags" Target="../tags/tag411.xml"/><Relationship Id="rId74" Type="http://schemas.openxmlformats.org/officeDocument/2006/relationships/tags" Target="../tags/tag410.xml"/><Relationship Id="rId73" Type="http://schemas.openxmlformats.org/officeDocument/2006/relationships/tags" Target="../tags/tag409.xml"/><Relationship Id="rId72" Type="http://schemas.openxmlformats.org/officeDocument/2006/relationships/tags" Target="../tags/tag408.xml"/><Relationship Id="rId71" Type="http://schemas.openxmlformats.org/officeDocument/2006/relationships/tags" Target="../tags/tag407.xml"/><Relationship Id="rId70" Type="http://schemas.openxmlformats.org/officeDocument/2006/relationships/image" Target="../media/image3.svg"/><Relationship Id="rId7" Type="http://schemas.openxmlformats.org/officeDocument/2006/relationships/image" Target="../media/image61.svg"/><Relationship Id="rId69" Type="http://schemas.openxmlformats.org/officeDocument/2006/relationships/image" Target="../media/image2.png"/><Relationship Id="rId68" Type="http://schemas.openxmlformats.org/officeDocument/2006/relationships/tags" Target="../tags/tag406.xml"/><Relationship Id="rId67" Type="http://schemas.openxmlformats.org/officeDocument/2006/relationships/tags" Target="../tags/tag405.xml"/><Relationship Id="rId66" Type="http://schemas.openxmlformats.org/officeDocument/2006/relationships/tags" Target="../tags/tag404.xml"/><Relationship Id="rId65" Type="http://schemas.openxmlformats.org/officeDocument/2006/relationships/tags" Target="../tags/tag403.xml"/><Relationship Id="rId64" Type="http://schemas.openxmlformats.org/officeDocument/2006/relationships/tags" Target="../tags/tag402.xml"/><Relationship Id="rId63" Type="http://schemas.openxmlformats.org/officeDocument/2006/relationships/tags" Target="../tags/tag401.xml"/><Relationship Id="rId62" Type="http://schemas.openxmlformats.org/officeDocument/2006/relationships/tags" Target="../tags/tag400.xml"/><Relationship Id="rId61" Type="http://schemas.openxmlformats.org/officeDocument/2006/relationships/tags" Target="../tags/tag399.xml"/><Relationship Id="rId60" Type="http://schemas.openxmlformats.org/officeDocument/2006/relationships/tags" Target="../tags/tag398.xml"/><Relationship Id="rId6" Type="http://schemas.openxmlformats.org/officeDocument/2006/relationships/image" Target="../media/image60.png"/><Relationship Id="rId59" Type="http://schemas.openxmlformats.org/officeDocument/2006/relationships/tags" Target="../tags/tag397.xml"/><Relationship Id="rId58" Type="http://schemas.openxmlformats.org/officeDocument/2006/relationships/tags" Target="../tags/tag396.xml"/><Relationship Id="rId57" Type="http://schemas.openxmlformats.org/officeDocument/2006/relationships/tags" Target="../tags/tag395.xml"/><Relationship Id="rId56" Type="http://schemas.openxmlformats.org/officeDocument/2006/relationships/tags" Target="../tags/tag394.xml"/><Relationship Id="rId55" Type="http://schemas.openxmlformats.org/officeDocument/2006/relationships/tags" Target="../tags/tag393.xml"/><Relationship Id="rId54" Type="http://schemas.openxmlformats.org/officeDocument/2006/relationships/tags" Target="../tags/tag392.xml"/><Relationship Id="rId53" Type="http://schemas.openxmlformats.org/officeDocument/2006/relationships/tags" Target="../tags/tag391.xml"/><Relationship Id="rId52" Type="http://schemas.openxmlformats.org/officeDocument/2006/relationships/tags" Target="../tags/tag390.xml"/><Relationship Id="rId51" Type="http://schemas.openxmlformats.org/officeDocument/2006/relationships/tags" Target="../tags/tag389.xml"/><Relationship Id="rId50" Type="http://schemas.openxmlformats.org/officeDocument/2006/relationships/tags" Target="../tags/tag388.xml"/><Relationship Id="rId5" Type="http://schemas.openxmlformats.org/officeDocument/2006/relationships/tags" Target="../tags/tag355.xml"/><Relationship Id="rId49" Type="http://schemas.openxmlformats.org/officeDocument/2006/relationships/tags" Target="../tags/tag387.xml"/><Relationship Id="rId48" Type="http://schemas.openxmlformats.org/officeDocument/2006/relationships/tags" Target="../tags/tag386.xml"/><Relationship Id="rId47" Type="http://schemas.openxmlformats.org/officeDocument/2006/relationships/tags" Target="../tags/tag385.xml"/><Relationship Id="rId46" Type="http://schemas.openxmlformats.org/officeDocument/2006/relationships/tags" Target="../tags/tag384.xml"/><Relationship Id="rId45" Type="http://schemas.openxmlformats.org/officeDocument/2006/relationships/tags" Target="../tags/tag383.xml"/><Relationship Id="rId44" Type="http://schemas.openxmlformats.org/officeDocument/2006/relationships/tags" Target="../tags/tag382.xml"/><Relationship Id="rId43" Type="http://schemas.openxmlformats.org/officeDocument/2006/relationships/tags" Target="../tags/tag381.xml"/><Relationship Id="rId42" Type="http://schemas.openxmlformats.org/officeDocument/2006/relationships/image" Target="../media/image59.svg"/><Relationship Id="rId41" Type="http://schemas.openxmlformats.org/officeDocument/2006/relationships/image" Target="../media/image58.png"/><Relationship Id="rId40" Type="http://schemas.openxmlformats.org/officeDocument/2006/relationships/tags" Target="../tags/tag380.xml"/><Relationship Id="rId4" Type="http://schemas.openxmlformats.org/officeDocument/2006/relationships/tags" Target="../tags/tag354.xml"/><Relationship Id="rId39" Type="http://schemas.openxmlformats.org/officeDocument/2006/relationships/tags" Target="../tags/tag379.xml"/><Relationship Id="rId38" Type="http://schemas.openxmlformats.org/officeDocument/2006/relationships/tags" Target="../tags/tag378.xml"/><Relationship Id="rId37" Type="http://schemas.openxmlformats.org/officeDocument/2006/relationships/image" Target="../media/image69.svg"/><Relationship Id="rId36" Type="http://schemas.openxmlformats.org/officeDocument/2006/relationships/image" Target="../media/image68.png"/><Relationship Id="rId35" Type="http://schemas.openxmlformats.org/officeDocument/2006/relationships/tags" Target="../tags/tag377.xml"/><Relationship Id="rId34" Type="http://schemas.openxmlformats.org/officeDocument/2006/relationships/tags" Target="../tags/tag376.xml"/><Relationship Id="rId33" Type="http://schemas.openxmlformats.org/officeDocument/2006/relationships/tags" Target="../tags/tag375.xml"/><Relationship Id="rId32" Type="http://schemas.openxmlformats.org/officeDocument/2006/relationships/image" Target="../media/image67.svg"/><Relationship Id="rId31" Type="http://schemas.openxmlformats.org/officeDocument/2006/relationships/image" Target="../media/image66.png"/><Relationship Id="rId30" Type="http://schemas.openxmlformats.org/officeDocument/2006/relationships/tags" Target="../tags/tag374.xml"/><Relationship Id="rId3" Type="http://schemas.openxmlformats.org/officeDocument/2006/relationships/tags" Target="../tags/tag353.xml"/><Relationship Id="rId29" Type="http://schemas.openxmlformats.org/officeDocument/2006/relationships/tags" Target="../tags/tag373.xml"/><Relationship Id="rId28" Type="http://schemas.openxmlformats.org/officeDocument/2006/relationships/tags" Target="../tags/tag372.xml"/><Relationship Id="rId27" Type="http://schemas.openxmlformats.org/officeDocument/2006/relationships/image" Target="../media/image65.svg"/><Relationship Id="rId26" Type="http://schemas.openxmlformats.org/officeDocument/2006/relationships/image" Target="../media/image64.png"/><Relationship Id="rId25" Type="http://schemas.openxmlformats.org/officeDocument/2006/relationships/tags" Target="../tags/tag371.xml"/><Relationship Id="rId24" Type="http://schemas.openxmlformats.org/officeDocument/2006/relationships/tags" Target="../tags/tag370.xml"/><Relationship Id="rId23" Type="http://schemas.openxmlformats.org/officeDocument/2006/relationships/tags" Target="../tags/tag369.xml"/><Relationship Id="rId22" Type="http://schemas.openxmlformats.org/officeDocument/2006/relationships/tags" Target="../tags/tag368.xml"/><Relationship Id="rId21" Type="http://schemas.openxmlformats.org/officeDocument/2006/relationships/tags" Target="../tags/tag367.xml"/><Relationship Id="rId20" Type="http://schemas.openxmlformats.org/officeDocument/2006/relationships/tags" Target="../tags/tag366.xml"/><Relationship Id="rId2" Type="http://schemas.openxmlformats.org/officeDocument/2006/relationships/tags" Target="../tags/tag352.xml"/><Relationship Id="rId19" Type="http://schemas.openxmlformats.org/officeDocument/2006/relationships/tags" Target="../tags/tag365.xml"/><Relationship Id="rId18" Type="http://schemas.openxmlformats.org/officeDocument/2006/relationships/tags" Target="../tags/tag364.xml"/><Relationship Id="rId17" Type="http://schemas.openxmlformats.org/officeDocument/2006/relationships/tags" Target="../tags/tag363.xml"/><Relationship Id="rId16" Type="http://schemas.openxmlformats.org/officeDocument/2006/relationships/tags" Target="../tags/tag362.xml"/><Relationship Id="rId15" Type="http://schemas.openxmlformats.org/officeDocument/2006/relationships/tags" Target="../tags/tag361.xml"/><Relationship Id="rId14" Type="http://schemas.openxmlformats.org/officeDocument/2006/relationships/tags" Target="../tags/tag360.xml"/><Relationship Id="rId13" Type="http://schemas.openxmlformats.org/officeDocument/2006/relationships/tags" Target="../tags/tag359.xml"/><Relationship Id="rId12" Type="http://schemas.openxmlformats.org/officeDocument/2006/relationships/image" Target="../media/image63.svg"/><Relationship Id="rId11" Type="http://schemas.openxmlformats.org/officeDocument/2006/relationships/image" Target="../media/image62.png"/><Relationship Id="rId10" Type="http://schemas.openxmlformats.org/officeDocument/2006/relationships/tags" Target="../tags/tag358.xml"/><Relationship Id="rId1" Type="http://schemas.openxmlformats.org/officeDocument/2006/relationships/tags" Target="../tags/tag35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tags" Target="../tags/tag425.xml"/><Relationship Id="rId67" Type="http://schemas.openxmlformats.org/officeDocument/2006/relationships/slideLayout" Target="../slideLayouts/slideLayout16.xml"/><Relationship Id="rId66" Type="http://schemas.openxmlformats.org/officeDocument/2006/relationships/tags" Target="../tags/tag476.xml"/><Relationship Id="rId65" Type="http://schemas.openxmlformats.org/officeDocument/2006/relationships/tags" Target="../tags/tag475.xml"/><Relationship Id="rId64" Type="http://schemas.openxmlformats.org/officeDocument/2006/relationships/tags" Target="../tags/tag474.xml"/><Relationship Id="rId63" Type="http://schemas.openxmlformats.org/officeDocument/2006/relationships/tags" Target="../tags/tag473.xml"/><Relationship Id="rId62" Type="http://schemas.openxmlformats.org/officeDocument/2006/relationships/image" Target="../media/image78.svg"/><Relationship Id="rId61" Type="http://schemas.openxmlformats.org/officeDocument/2006/relationships/image" Target="../media/image77.png"/><Relationship Id="rId60" Type="http://schemas.openxmlformats.org/officeDocument/2006/relationships/tags" Target="../tags/tag472.xml"/><Relationship Id="rId6" Type="http://schemas.openxmlformats.org/officeDocument/2006/relationships/tags" Target="../tags/tag424.xml"/><Relationship Id="rId59" Type="http://schemas.openxmlformats.org/officeDocument/2006/relationships/tags" Target="../tags/tag471.xml"/><Relationship Id="rId58" Type="http://schemas.openxmlformats.org/officeDocument/2006/relationships/tags" Target="../tags/tag470.xml"/><Relationship Id="rId57" Type="http://schemas.openxmlformats.org/officeDocument/2006/relationships/tags" Target="../tags/tag469.xml"/><Relationship Id="rId56" Type="http://schemas.openxmlformats.org/officeDocument/2006/relationships/tags" Target="../tags/tag468.xml"/><Relationship Id="rId55" Type="http://schemas.openxmlformats.org/officeDocument/2006/relationships/image" Target="../media/image65.svg"/><Relationship Id="rId54" Type="http://schemas.openxmlformats.org/officeDocument/2006/relationships/image" Target="../media/image76.png"/><Relationship Id="rId53" Type="http://schemas.openxmlformats.org/officeDocument/2006/relationships/tags" Target="../tags/tag467.xml"/><Relationship Id="rId52" Type="http://schemas.openxmlformats.org/officeDocument/2006/relationships/tags" Target="../tags/tag466.xml"/><Relationship Id="rId51" Type="http://schemas.openxmlformats.org/officeDocument/2006/relationships/tags" Target="../tags/tag465.xml"/><Relationship Id="rId50" Type="http://schemas.openxmlformats.org/officeDocument/2006/relationships/tags" Target="../tags/tag464.xml"/><Relationship Id="rId5" Type="http://schemas.openxmlformats.org/officeDocument/2006/relationships/tags" Target="../tags/tag423.xml"/><Relationship Id="rId49" Type="http://schemas.openxmlformats.org/officeDocument/2006/relationships/tags" Target="../tags/tag463.xml"/><Relationship Id="rId48" Type="http://schemas.openxmlformats.org/officeDocument/2006/relationships/tags" Target="../tags/tag462.xml"/><Relationship Id="rId47" Type="http://schemas.openxmlformats.org/officeDocument/2006/relationships/tags" Target="../tags/tag461.xml"/><Relationship Id="rId46" Type="http://schemas.openxmlformats.org/officeDocument/2006/relationships/tags" Target="../tags/tag460.xml"/><Relationship Id="rId45" Type="http://schemas.openxmlformats.org/officeDocument/2006/relationships/tags" Target="../tags/tag459.xml"/><Relationship Id="rId44" Type="http://schemas.openxmlformats.org/officeDocument/2006/relationships/tags" Target="../tags/tag458.xml"/><Relationship Id="rId43" Type="http://schemas.openxmlformats.org/officeDocument/2006/relationships/tags" Target="../tags/tag457.xml"/><Relationship Id="rId42" Type="http://schemas.openxmlformats.org/officeDocument/2006/relationships/tags" Target="../tags/tag456.xml"/><Relationship Id="rId41" Type="http://schemas.openxmlformats.org/officeDocument/2006/relationships/tags" Target="../tags/tag455.xml"/><Relationship Id="rId40" Type="http://schemas.openxmlformats.org/officeDocument/2006/relationships/tags" Target="../tags/tag454.xml"/><Relationship Id="rId4" Type="http://schemas.openxmlformats.org/officeDocument/2006/relationships/tags" Target="../tags/tag422.xml"/><Relationship Id="rId39" Type="http://schemas.openxmlformats.org/officeDocument/2006/relationships/tags" Target="../tags/tag453.xml"/><Relationship Id="rId38" Type="http://schemas.openxmlformats.org/officeDocument/2006/relationships/tags" Target="../tags/tag452.xml"/><Relationship Id="rId37" Type="http://schemas.openxmlformats.org/officeDocument/2006/relationships/tags" Target="../tags/tag451.xml"/><Relationship Id="rId36" Type="http://schemas.openxmlformats.org/officeDocument/2006/relationships/tags" Target="../tags/tag450.xml"/><Relationship Id="rId35" Type="http://schemas.openxmlformats.org/officeDocument/2006/relationships/tags" Target="../tags/tag449.xml"/><Relationship Id="rId34" Type="http://schemas.openxmlformats.org/officeDocument/2006/relationships/tags" Target="../tags/tag448.xml"/><Relationship Id="rId33" Type="http://schemas.openxmlformats.org/officeDocument/2006/relationships/image" Target="../media/image75.svg"/><Relationship Id="rId32" Type="http://schemas.openxmlformats.org/officeDocument/2006/relationships/image" Target="../media/image74.png"/><Relationship Id="rId31" Type="http://schemas.openxmlformats.org/officeDocument/2006/relationships/tags" Target="../tags/tag447.xml"/><Relationship Id="rId30" Type="http://schemas.openxmlformats.org/officeDocument/2006/relationships/tags" Target="../tags/tag446.xml"/><Relationship Id="rId3" Type="http://schemas.openxmlformats.org/officeDocument/2006/relationships/tags" Target="../tags/tag421.xml"/><Relationship Id="rId29" Type="http://schemas.openxmlformats.org/officeDocument/2006/relationships/tags" Target="../tags/tag445.xml"/><Relationship Id="rId28" Type="http://schemas.openxmlformats.org/officeDocument/2006/relationships/tags" Target="../tags/tag444.xml"/><Relationship Id="rId27" Type="http://schemas.openxmlformats.org/officeDocument/2006/relationships/tags" Target="../tags/tag443.xml"/><Relationship Id="rId26" Type="http://schemas.openxmlformats.org/officeDocument/2006/relationships/tags" Target="../tags/tag442.xml"/><Relationship Id="rId25" Type="http://schemas.openxmlformats.org/officeDocument/2006/relationships/tags" Target="../tags/tag441.xml"/><Relationship Id="rId24" Type="http://schemas.openxmlformats.org/officeDocument/2006/relationships/tags" Target="../tags/tag440.xml"/><Relationship Id="rId23" Type="http://schemas.openxmlformats.org/officeDocument/2006/relationships/tags" Target="../tags/tag439.xml"/><Relationship Id="rId22" Type="http://schemas.openxmlformats.org/officeDocument/2006/relationships/tags" Target="../tags/tag438.xml"/><Relationship Id="rId21" Type="http://schemas.openxmlformats.org/officeDocument/2006/relationships/tags" Target="../tags/tag437.xml"/><Relationship Id="rId20" Type="http://schemas.openxmlformats.org/officeDocument/2006/relationships/tags" Target="../tags/tag436.xml"/><Relationship Id="rId2" Type="http://schemas.openxmlformats.org/officeDocument/2006/relationships/tags" Target="../tags/tag420.xml"/><Relationship Id="rId19" Type="http://schemas.openxmlformats.org/officeDocument/2006/relationships/tags" Target="../tags/tag435.xml"/><Relationship Id="rId18" Type="http://schemas.openxmlformats.org/officeDocument/2006/relationships/tags" Target="../tags/tag434.xml"/><Relationship Id="rId17" Type="http://schemas.openxmlformats.org/officeDocument/2006/relationships/tags" Target="../tags/tag433.xml"/><Relationship Id="rId16" Type="http://schemas.openxmlformats.org/officeDocument/2006/relationships/tags" Target="../tags/tag432.xml"/><Relationship Id="rId15" Type="http://schemas.openxmlformats.org/officeDocument/2006/relationships/tags" Target="../tags/tag431.xml"/><Relationship Id="rId14" Type="http://schemas.openxmlformats.org/officeDocument/2006/relationships/tags" Target="../tags/tag430.xml"/><Relationship Id="rId13" Type="http://schemas.openxmlformats.org/officeDocument/2006/relationships/tags" Target="../tags/tag429.xml"/><Relationship Id="rId12" Type="http://schemas.openxmlformats.org/officeDocument/2006/relationships/tags" Target="../tags/tag428.xml"/><Relationship Id="rId11" Type="http://schemas.openxmlformats.org/officeDocument/2006/relationships/image" Target="../media/image73.svg"/><Relationship Id="rId10" Type="http://schemas.openxmlformats.org/officeDocument/2006/relationships/image" Target="../media/image72.png"/><Relationship Id="rId1" Type="http://schemas.openxmlformats.org/officeDocument/2006/relationships/tags" Target="../tags/tag41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85.xml"/><Relationship Id="rId8" Type="http://schemas.openxmlformats.org/officeDocument/2006/relationships/tags" Target="../tags/tag484.xml"/><Relationship Id="rId7" Type="http://schemas.openxmlformats.org/officeDocument/2006/relationships/tags" Target="../tags/tag483.xml"/><Relationship Id="rId6" Type="http://schemas.openxmlformats.org/officeDocument/2006/relationships/tags" Target="../tags/tag482.xml"/><Relationship Id="rId59" Type="http://schemas.openxmlformats.org/officeDocument/2006/relationships/slideLayout" Target="../slideLayouts/slideLayout16.xml"/><Relationship Id="rId58" Type="http://schemas.openxmlformats.org/officeDocument/2006/relationships/tags" Target="../tags/tag522.xml"/><Relationship Id="rId57" Type="http://schemas.openxmlformats.org/officeDocument/2006/relationships/tags" Target="../tags/tag521.xml"/><Relationship Id="rId56" Type="http://schemas.openxmlformats.org/officeDocument/2006/relationships/image" Target="../media/image89.svg"/><Relationship Id="rId55" Type="http://schemas.openxmlformats.org/officeDocument/2006/relationships/image" Target="../media/image88.png"/><Relationship Id="rId54" Type="http://schemas.openxmlformats.org/officeDocument/2006/relationships/tags" Target="../tags/tag520.xml"/><Relationship Id="rId53" Type="http://schemas.openxmlformats.org/officeDocument/2006/relationships/tags" Target="../tags/tag519.xml"/><Relationship Id="rId52" Type="http://schemas.openxmlformats.org/officeDocument/2006/relationships/tags" Target="../tags/tag518.xml"/><Relationship Id="rId51" Type="http://schemas.openxmlformats.org/officeDocument/2006/relationships/tags" Target="../tags/tag517.xml"/><Relationship Id="rId50" Type="http://schemas.openxmlformats.org/officeDocument/2006/relationships/tags" Target="../tags/tag516.xml"/><Relationship Id="rId5" Type="http://schemas.openxmlformats.org/officeDocument/2006/relationships/tags" Target="../tags/tag481.xml"/><Relationship Id="rId49" Type="http://schemas.openxmlformats.org/officeDocument/2006/relationships/tags" Target="../tags/tag515.xml"/><Relationship Id="rId48" Type="http://schemas.openxmlformats.org/officeDocument/2006/relationships/tags" Target="../tags/tag514.xml"/><Relationship Id="rId47" Type="http://schemas.openxmlformats.org/officeDocument/2006/relationships/image" Target="../media/image87.svg"/><Relationship Id="rId46" Type="http://schemas.openxmlformats.org/officeDocument/2006/relationships/image" Target="../media/image86.png"/><Relationship Id="rId45" Type="http://schemas.openxmlformats.org/officeDocument/2006/relationships/tags" Target="../tags/tag513.xml"/><Relationship Id="rId44" Type="http://schemas.openxmlformats.org/officeDocument/2006/relationships/tags" Target="../tags/tag512.xml"/><Relationship Id="rId43" Type="http://schemas.openxmlformats.org/officeDocument/2006/relationships/tags" Target="../tags/tag511.xml"/><Relationship Id="rId42" Type="http://schemas.openxmlformats.org/officeDocument/2006/relationships/tags" Target="../tags/tag510.xml"/><Relationship Id="rId41" Type="http://schemas.openxmlformats.org/officeDocument/2006/relationships/image" Target="../media/image85.svg"/><Relationship Id="rId40" Type="http://schemas.openxmlformats.org/officeDocument/2006/relationships/image" Target="../media/image84.png"/><Relationship Id="rId4" Type="http://schemas.openxmlformats.org/officeDocument/2006/relationships/tags" Target="../tags/tag480.xml"/><Relationship Id="rId39" Type="http://schemas.openxmlformats.org/officeDocument/2006/relationships/tags" Target="../tags/tag509.xml"/><Relationship Id="rId38" Type="http://schemas.openxmlformats.org/officeDocument/2006/relationships/tags" Target="../tags/tag508.xml"/><Relationship Id="rId37" Type="http://schemas.openxmlformats.org/officeDocument/2006/relationships/tags" Target="../tags/tag507.xml"/><Relationship Id="rId36" Type="http://schemas.openxmlformats.org/officeDocument/2006/relationships/tags" Target="../tags/tag506.xml"/><Relationship Id="rId35" Type="http://schemas.openxmlformats.org/officeDocument/2006/relationships/tags" Target="../tags/tag505.xml"/><Relationship Id="rId34" Type="http://schemas.openxmlformats.org/officeDocument/2006/relationships/tags" Target="../tags/tag504.xml"/><Relationship Id="rId33" Type="http://schemas.openxmlformats.org/officeDocument/2006/relationships/tags" Target="../tags/tag503.xml"/><Relationship Id="rId32" Type="http://schemas.openxmlformats.org/officeDocument/2006/relationships/tags" Target="../tags/tag502.xml"/><Relationship Id="rId31" Type="http://schemas.openxmlformats.org/officeDocument/2006/relationships/tags" Target="../tags/tag501.xml"/><Relationship Id="rId30" Type="http://schemas.openxmlformats.org/officeDocument/2006/relationships/tags" Target="../tags/tag500.xml"/><Relationship Id="rId3" Type="http://schemas.openxmlformats.org/officeDocument/2006/relationships/tags" Target="../tags/tag479.xml"/><Relationship Id="rId29" Type="http://schemas.openxmlformats.org/officeDocument/2006/relationships/image" Target="../media/image3.svg"/><Relationship Id="rId28" Type="http://schemas.openxmlformats.org/officeDocument/2006/relationships/image" Target="../media/image83.png"/><Relationship Id="rId27" Type="http://schemas.openxmlformats.org/officeDocument/2006/relationships/tags" Target="../tags/tag499.xml"/><Relationship Id="rId26" Type="http://schemas.openxmlformats.org/officeDocument/2006/relationships/tags" Target="../tags/tag498.xml"/><Relationship Id="rId25" Type="http://schemas.openxmlformats.org/officeDocument/2006/relationships/tags" Target="../tags/tag497.xml"/><Relationship Id="rId24" Type="http://schemas.openxmlformats.org/officeDocument/2006/relationships/tags" Target="../tags/tag496.xml"/><Relationship Id="rId23" Type="http://schemas.openxmlformats.org/officeDocument/2006/relationships/tags" Target="../tags/tag495.xml"/><Relationship Id="rId22" Type="http://schemas.openxmlformats.org/officeDocument/2006/relationships/tags" Target="../tags/tag494.xml"/><Relationship Id="rId21" Type="http://schemas.openxmlformats.org/officeDocument/2006/relationships/tags" Target="../tags/tag493.xml"/><Relationship Id="rId20" Type="http://schemas.openxmlformats.org/officeDocument/2006/relationships/image" Target="../media/image82.svg"/><Relationship Id="rId2" Type="http://schemas.openxmlformats.org/officeDocument/2006/relationships/tags" Target="../tags/tag478.xml"/><Relationship Id="rId19" Type="http://schemas.openxmlformats.org/officeDocument/2006/relationships/image" Target="../media/image81.png"/><Relationship Id="rId18" Type="http://schemas.openxmlformats.org/officeDocument/2006/relationships/tags" Target="../tags/tag492.xml"/><Relationship Id="rId17" Type="http://schemas.openxmlformats.org/officeDocument/2006/relationships/tags" Target="../tags/tag491.xml"/><Relationship Id="rId16" Type="http://schemas.openxmlformats.org/officeDocument/2006/relationships/tags" Target="../tags/tag490.xml"/><Relationship Id="rId15" Type="http://schemas.openxmlformats.org/officeDocument/2006/relationships/tags" Target="../tags/tag489.xml"/><Relationship Id="rId14" Type="http://schemas.openxmlformats.org/officeDocument/2006/relationships/tags" Target="../tags/tag488.xml"/><Relationship Id="rId13" Type="http://schemas.openxmlformats.org/officeDocument/2006/relationships/tags" Target="../tags/tag487.xml"/><Relationship Id="rId12" Type="http://schemas.openxmlformats.org/officeDocument/2006/relationships/tags" Target="../tags/tag486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tags" Target="../tags/tag47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29.xml"/><Relationship Id="rId8" Type="http://schemas.openxmlformats.org/officeDocument/2006/relationships/tags" Target="../tags/tag528.xml"/><Relationship Id="rId7" Type="http://schemas.openxmlformats.org/officeDocument/2006/relationships/tags" Target="../tags/tag527.xml"/><Relationship Id="rId63" Type="http://schemas.openxmlformats.org/officeDocument/2006/relationships/slideLayout" Target="../slideLayouts/slideLayout16.xml"/><Relationship Id="rId62" Type="http://schemas.openxmlformats.org/officeDocument/2006/relationships/tags" Target="../tags/tag572.xml"/><Relationship Id="rId61" Type="http://schemas.openxmlformats.org/officeDocument/2006/relationships/tags" Target="../tags/tag571.xml"/><Relationship Id="rId60" Type="http://schemas.openxmlformats.org/officeDocument/2006/relationships/image" Target="../media/image101.svg"/><Relationship Id="rId6" Type="http://schemas.openxmlformats.org/officeDocument/2006/relationships/image" Target="../media/image91.svg"/><Relationship Id="rId59" Type="http://schemas.openxmlformats.org/officeDocument/2006/relationships/image" Target="../media/image100.png"/><Relationship Id="rId58" Type="http://schemas.openxmlformats.org/officeDocument/2006/relationships/tags" Target="../tags/tag570.xml"/><Relationship Id="rId57" Type="http://schemas.openxmlformats.org/officeDocument/2006/relationships/tags" Target="../tags/tag569.xml"/><Relationship Id="rId56" Type="http://schemas.openxmlformats.org/officeDocument/2006/relationships/tags" Target="../tags/tag568.xml"/><Relationship Id="rId55" Type="http://schemas.openxmlformats.org/officeDocument/2006/relationships/tags" Target="../tags/tag567.xml"/><Relationship Id="rId54" Type="http://schemas.openxmlformats.org/officeDocument/2006/relationships/tags" Target="../tags/tag566.xml"/><Relationship Id="rId53" Type="http://schemas.openxmlformats.org/officeDocument/2006/relationships/image" Target="../media/image99.svg"/><Relationship Id="rId52" Type="http://schemas.openxmlformats.org/officeDocument/2006/relationships/image" Target="../media/image98.png"/><Relationship Id="rId51" Type="http://schemas.openxmlformats.org/officeDocument/2006/relationships/tags" Target="../tags/tag565.xml"/><Relationship Id="rId50" Type="http://schemas.openxmlformats.org/officeDocument/2006/relationships/tags" Target="../tags/tag564.xml"/><Relationship Id="rId5" Type="http://schemas.openxmlformats.org/officeDocument/2006/relationships/image" Target="../media/image90.png"/><Relationship Id="rId49" Type="http://schemas.openxmlformats.org/officeDocument/2006/relationships/tags" Target="../tags/tag563.xml"/><Relationship Id="rId48" Type="http://schemas.openxmlformats.org/officeDocument/2006/relationships/tags" Target="../tags/tag562.xml"/><Relationship Id="rId47" Type="http://schemas.openxmlformats.org/officeDocument/2006/relationships/tags" Target="../tags/tag561.xml"/><Relationship Id="rId46" Type="http://schemas.openxmlformats.org/officeDocument/2006/relationships/image" Target="../media/image97.svg"/><Relationship Id="rId45" Type="http://schemas.openxmlformats.org/officeDocument/2006/relationships/image" Target="../media/image96.png"/><Relationship Id="rId44" Type="http://schemas.openxmlformats.org/officeDocument/2006/relationships/tags" Target="../tags/tag560.xml"/><Relationship Id="rId43" Type="http://schemas.openxmlformats.org/officeDocument/2006/relationships/tags" Target="../tags/tag559.xml"/><Relationship Id="rId42" Type="http://schemas.openxmlformats.org/officeDocument/2006/relationships/tags" Target="../tags/tag558.xml"/><Relationship Id="rId41" Type="http://schemas.openxmlformats.org/officeDocument/2006/relationships/tags" Target="../tags/tag557.xml"/><Relationship Id="rId40" Type="http://schemas.openxmlformats.org/officeDocument/2006/relationships/tags" Target="../tags/tag556.xml"/><Relationship Id="rId4" Type="http://schemas.openxmlformats.org/officeDocument/2006/relationships/tags" Target="../tags/tag526.xml"/><Relationship Id="rId39" Type="http://schemas.openxmlformats.org/officeDocument/2006/relationships/tags" Target="../tags/tag555.xml"/><Relationship Id="rId38" Type="http://schemas.openxmlformats.org/officeDocument/2006/relationships/tags" Target="../tags/tag554.xml"/><Relationship Id="rId37" Type="http://schemas.openxmlformats.org/officeDocument/2006/relationships/tags" Target="../tags/tag553.xml"/><Relationship Id="rId36" Type="http://schemas.openxmlformats.org/officeDocument/2006/relationships/tags" Target="../tags/tag552.xml"/><Relationship Id="rId35" Type="http://schemas.openxmlformats.org/officeDocument/2006/relationships/tags" Target="../tags/tag551.xml"/><Relationship Id="rId34" Type="http://schemas.openxmlformats.org/officeDocument/2006/relationships/image" Target="../media/image95.svg"/><Relationship Id="rId33" Type="http://schemas.openxmlformats.org/officeDocument/2006/relationships/image" Target="../media/image94.png"/><Relationship Id="rId32" Type="http://schemas.openxmlformats.org/officeDocument/2006/relationships/tags" Target="../tags/tag550.xml"/><Relationship Id="rId31" Type="http://schemas.openxmlformats.org/officeDocument/2006/relationships/tags" Target="../tags/tag549.xml"/><Relationship Id="rId30" Type="http://schemas.openxmlformats.org/officeDocument/2006/relationships/tags" Target="../tags/tag548.xml"/><Relationship Id="rId3" Type="http://schemas.openxmlformats.org/officeDocument/2006/relationships/tags" Target="../tags/tag525.xml"/><Relationship Id="rId29" Type="http://schemas.openxmlformats.org/officeDocument/2006/relationships/tags" Target="../tags/tag547.xml"/><Relationship Id="rId28" Type="http://schemas.openxmlformats.org/officeDocument/2006/relationships/tags" Target="../tags/tag546.xml"/><Relationship Id="rId27" Type="http://schemas.openxmlformats.org/officeDocument/2006/relationships/tags" Target="../tags/tag545.xml"/><Relationship Id="rId26" Type="http://schemas.openxmlformats.org/officeDocument/2006/relationships/tags" Target="../tags/tag544.xml"/><Relationship Id="rId25" Type="http://schemas.openxmlformats.org/officeDocument/2006/relationships/tags" Target="../tags/tag543.xml"/><Relationship Id="rId24" Type="http://schemas.openxmlformats.org/officeDocument/2006/relationships/tags" Target="../tags/tag542.xml"/><Relationship Id="rId23" Type="http://schemas.openxmlformats.org/officeDocument/2006/relationships/tags" Target="../tags/tag541.xml"/><Relationship Id="rId22" Type="http://schemas.openxmlformats.org/officeDocument/2006/relationships/tags" Target="../tags/tag540.xml"/><Relationship Id="rId21" Type="http://schemas.openxmlformats.org/officeDocument/2006/relationships/tags" Target="../tags/tag539.xml"/><Relationship Id="rId20" Type="http://schemas.openxmlformats.org/officeDocument/2006/relationships/tags" Target="../tags/tag538.xml"/><Relationship Id="rId2" Type="http://schemas.openxmlformats.org/officeDocument/2006/relationships/tags" Target="../tags/tag524.xml"/><Relationship Id="rId19" Type="http://schemas.openxmlformats.org/officeDocument/2006/relationships/tags" Target="../tags/tag537.xml"/><Relationship Id="rId18" Type="http://schemas.openxmlformats.org/officeDocument/2006/relationships/tags" Target="../tags/tag536.xml"/><Relationship Id="rId17" Type="http://schemas.openxmlformats.org/officeDocument/2006/relationships/image" Target="../media/image93.svg"/><Relationship Id="rId16" Type="http://schemas.openxmlformats.org/officeDocument/2006/relationships/image" Target="../media/image92.png"/><Relationship Id="rId15" Type="http://schemas.openxmlformats.org/officeDocument/2006/relationships/tags" Target="../tags/tag535.xml"/><Relationship Id="rId14" Type="http://schemas.openxmlformats.org/officeDocument/2006/relationships/tags" Target="../tags/tag534.xml"/><Relationship Id="rId13" Type="http://schemas.openxmlformats.org/officeDocument/2006/relationships/tags" Target="../tags/tag533.xml"/><Relationship Id="rId12" Type="http://schemas.openxmlformats.org/officeDocument/2006/relationships/tags" Target="../tags/tag532.xml"/><Relationship Id="rId11" Type="http://schemas.openxmlformats.org/officeDocument/2006/relationships/tags" Target="../tags/tag531.xml"/><Relationship Id="rId10" Type="http://schemas.openxmlformats.org/officeDocument/2006/relationships/tags" Target="../tags/tag530.xml"/><Relationship Id="rId1" Type="http://schemas.openxmlformats.org/officeDocument/2006/relationships/tags" Target="../tags/tag52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79.xml"/><Relationship Id="rId8" Type="http://schemas.openxmlformats.org/officeDocument/2006/relationships/tags" Target="../tags/tag578.xml"/><Relationship Id="rId7" Type="http://schemas.openxmlformats.org/officeDocument/2006/relationships/tags" Target="../tags/tag577.xml"/><Relationship Id="rId63" Type="http://schemas.openxmlformats.org/officeDocument/2006/relationships/slideLayout" Target="../slideLayouts/slideLayout16.xml"/><Relationship Id="rId62" Type="http://schemas.openxmlformats.org/officeDocument/2006/relationships/tags" Target="../tags/tag628.xml"/><Relationship Id="rId61" Type="http://schemas.openxmlformats.org/officeDocument/2006/relationships/tags" Target="../tags/tag627.xml"/><Relationship Id="rId60" Type="http://schemas.openxmlformats.org/officeDocument/2006/relationships/tags" Target="../tags/tag626.xml"/><Relationship Id="rId6" Type="http://schemas.openxmlformats.org/officeDocument/2006/relationships/tags" Target="../tags/tag576.xml"/><Relationship Id="rId59" Type="http://schemas.openxmlformats.org/officeDocument/2006/relationships/tags" Target="../tags/tag625.xml"/><Relationship Id="rId58" Type="http://schemas.openxmlformats.org/officeDocument/2006/relationships/tags" Target="../tags/tag624.xml"/><Relationship Id="rId57" Type="http://schemas.openxmlformats.org/officeDocument/2006/relationships/tags" Target="../tags/tag623.xml"/><Relationship Id="rId56" Type="http://schemas.openxmlformats.org/officeDocument/2006/relationships/tags" Target="../tags/tag622.xml"/><Relationship Id="rId55" Type="http://schemas.openxmlformats.org/officeDocument/2006/relationships/tags" Target="../tags/tag621.xml"/><Relationship Id="rId54" Type="http://schemas.openxmlformats.org/officeDocument/2006/relationships/tags" Target="../tags/tag620.xml"/><Relationship Id="rId53" Type="http://schemas.openxmlformats.org/officeDocument/2006/relationships/tags" Target="../tags/tag619.xml"/><Relationship Id="rId52" Type="http://schemas.openxmlformats.org/officeDocument/2006/relationships/tags" Target="../tags/tag618.xml"/><Relationship Id="rId51" Type="http://schemas.openxmlformats.org/officeDocument/2006/relationships/tags" Target="../tags/tag617.xml"/><Relationship Id="rId50" Type="http://schemas.openxmlformats.org/officeDocument/2006/relationships/tags" Target="../tags/tag616.xml"/><Relationship Id="rId5" Type="http://schemas.openxmlformats.org/officeDocument/2006/relationships/image" Target="../media/image3.svg"/><Relationship Id="rId49" Type="http://schemas.openxmlformats.org/officeDocument/2006/relationships/image" Target="../media/image11.svg"/><Relationship Id="rId48" Type="http://schemas.openxmlformats.org/officeDocument/2006/relationships/image" Target="../media/image104.png"/><Relationship Id="rId47" Type="http://schemas.openxmlformats.org/officeDocument/2006/relationships/tags" Target="../tags/tag615.xml"/><Relationship Id="rId46" Type="http://schemas.openxmlformats.org/officeDocument/2006/relationships/tags" Target="../tags/tag614.xml"/><Relationship Id="rId45" Type="http://schemas.openxmlformats.org/officeDocument/2006/relationships/tags" Target="../tags/tag613.xml"/><Relationship Id="rId44" Type="http://schemas.openxmlformats.org/officeDocument/2006/relationships/tags" Target="../tags/tag612.xml"/><Relationship Id="rId43" Type="http://schemas.openxmlformats.org/officeDocument/2006/relationships/tags" Target="../tags/tag611.xml"/><Relationship Id="rId42" Type="http://schemas.openxmlformats.org/officeDocument/2006/relationships/tags" Target="../tags/tag610.xml"/><Relationship Id="rId41" Type="http://schemas.openxmlformats.org/officeDocument/2006/relationships/tags" Target="../tags/tag609.xml"/><Relationship Id="rId40" Type="http://schemas.openxmlformats.org/officeDocument/2006/relationships/tags" Target="../tags/tag608.xml"/><Relationship Id="rId4" Type="http://schemas.openxmlformats.org/officeDocument/2006/relationships/image" Target="../media/image83.png"/><Relationship Id="rId39" Type="http://schemas.openxmlformats.org/officeDocument/2006/relationships/tags" Target="../tags/tag607.xml"/><Relationship Id="rId38" Type="http://schemas.openxmlformats.org/officeDocument/2006/relationships/tags" Target="../tags/tag606.xml"/><Relationship Id="rId37" Type="http://schemas.openxmlformats.org/officeDocument/2006/relationships/tags" Target="../tags/tag605.xml"/><Relationship Id="rId36" Type="http://schemas.openxmlformats.org/officeDocument/2006/relationships/tags" Target="../tags/tag604.xml"/><Relationship Id="rId35" Type="http://schemas.openxmlformats.org/officeDocument/2006/relationships/tags" Target="../tags/tag603.xml"/><Relationship Id="rId34" Type="http://schemas.openxmlformats.org/officeDocument/2006/relationships/tags" Target="../tags/tag602.xml"/><Relationship Id="rId33" Type="http://schemas.openxmlformats.org/officeDocument/2006/relationships/tags" Target="../tags/tag601.xml"/><Relationship Id="rId32" Type="http://schemas.openxmlformats.org/officeDocument/2006/relationships/tags" Target="../tags/tag600.xml"/><Relationship Id="rId31" Type="http://schemas.openxmlformats.org/officeDocument/2006/relationships/image" Target="../media/image103.svg"/><Relationship Id="rId30" Type="http://schemas.openxmlformats.org/officeDocument/2006/relationships/image" Target="../media/image102.png"/><Relationship Id="rId3" Type="http://schemas.openxmlformats.org/officeDocument/2006/relationships/tags" Target="../tags/tag575.xml"/><Relationship Id="rId29" Type="http://schemas.openxmlformats.org/officeDocument/2006/relationships/tags" Target="../tags/tag599.xml"/><Relationship Id="rId28" Type="http://schemas.openxmlformats.org/officeDocument/2006/relationships/tags" Target="../tags/tag598.xml"/><Relationship Id="rId27" Type="http://schemas.openxmlformats.org/officeDocument/2006/relationships/tags" Target="../tags/tag597.xml"/><Relationship Id="rId26" Type="http://schemas.openxmlformats.org/officeDocument/2006/relationships/tags" Target="../tags/tag596.xml"/><Relationship Id="rId25" Type="http://schemas.openxmlformats.org/officeDocument/2006/relationships/tags" Target="../tags/tag595.xml"/><Relationship Id="rId24" Type="http://schemas.openxmlformats.org/officeDocument/2006/relationships/tags" Target="../tags/tag594.xml"/><Relationship Id="rId23" Type="http://schemas.openxmlformats.org/officeDocument/2006/relationships/tags" Target="../tags/tag593.xml"/><Relationship Id="rId22" Type="http://schemas.openxmlformats.org/officeDocument/2006/relationships/tags" Target="../tags/tag592.xml"/><Relationship Id="rId21" Type="http://schemas.openxmlformats.org/officeDocument/2006/relationships/tags" Target="../tags/tag591.xml"/><Relationship Id="rId20" Type="http://schemas.openxmlformats.org/officeDocument/2006/relationships/tags" Target="../tags/tag590.xml"/><Relationship Id="rId2" Type="http://schemas.openxmlformats.org/officeDocument/2006/relationships/tags" Target="../tags/tag574.xml"/><Relationship Id="rId19" Type="http://schemas.openxmlformats.org/officeDocument/2006/relationships/tags" Target="../tags/tag589.xml"/><Relationship Id="rId18" Type="http://schemas.openxmlformats.org/officeDocument/2006/relationships/tags" Target="../tags/tag588.xml"/><Relationship Id="rId17" Type="http://schemas.openxmlformats.org/officeDocument/2006/relationships/tags" Target="../tags/tag587.xml"/><Relationship Id="rId16" Type="http://schemas.openxmlformats.org/officeDocument/2006/relationships/tags" Target="../tags/tag586.xml"/><Relationship Id="rId15" Type="http://schemas.openxmlformats.org/officeDocument/2006/relationships/tags" Target="../tags/tag585.xml"/><Relationship Id="rId14" Type="http://schemas.openxmlformats.org/officeDocument/2006/relationships/tags" Target="../tags/tag584.xml"/><Relationship Id="rId13" Type="http://schemas.openxmlformats.org/officeDocument/2006/relationships/tags" Target="../tags/tag583.xml"/><Relationship Id="rId12" Type="http://schemas.openxmlformats.org/officeDocument/2006/relationships/tags" Target="../tags/tag582.xml"/><Relationship Id="rId11" Type="http://schemas.openxmlformats.org/officeDocument/2006/relationships/tags" Target="../tags/tag581.xml"/><Relationship Id="rId10" Type="http://schemas.openxmlformats.org/officeDocument/2006/relationships/tags" Target="../tags/tag580.xml"/><Relationship Id="rId1" Type="http://schemas.openxmlformats.org/officeDocument/2006/relationships/tags" Target="../tags/tag57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631.xml"/><Relationship Id="rId2" Type="http://schemas.openxmlformats.org/officeDocument/2006/relationships/tags" Target="../tags/tag630.xml"/><Relationship Id="rId1" Type="http://schemas.openxmlformats.org/officeDocument/2006/relationships/tags" Target="../tags/tag62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40.xml"/><Relationship Id="rId8" Type="http://schemas.openxmlformats.org/officeDocument/2006/relationships/tags" Target="../tags/tag639.xml"/><Relationship Id="rId7" Type="http://schemas.openxmlformats.org/officeDocument/2006/relationships/tags" Target="../tags/tag638.xml"/><Relationship Id="rId61" Type="http://schemas.openxmlformats.org/officeDocument/2006/relationships/slideLayout" Target="../slideLayouts/slideLayout16.xml"/><Relationship Id="rId60" Type="http://schemas.openxmlformats.org/officeDocument/2006/relationships/tags" Target="../tags/tag691.xml"/><Relationship Id="rId6" Type="http://schemas.openxmlformats.org/officeDocument/2006/relationships/tags" Target="../tags/tag637.xml"/><Relationship Id="rId59" Type="http://schemas.openxmlformats.org/officeDocument/2006/relationships/tags" Target="../tags/tag690.xml"/><Relationship Id="rId58" Type="http://schemas.openxmlformats.org/officeDocument/2006/relationships/tags" Target="../tags/tag689.xml"/><Relationship Id="rId57" Type="http://schemas.openxmlformats.org/officeDocument/2006/relationships/tags" Target="../tags/tag688.xml"/><Relationship Id="rId56" Type="http://schemas.openxmlformats.org/officeDocument/2006/relationships/tags" Target="../tags/tag687.xml"/><Relationship Id="rId55" Type="http://schemas.openxmlformats.org/officeDocument/2006/relationships/tags" Target="../tags/tag686.xml"/><Relationship Id="rId54" Type="http://schemas.openxmlformats.org/officeDocument/2006/relationships/tags" Target="../tags/tag685.xml"/><Relationship Id="rId53" Type="http://schemas.openxmlformats.org/officeDocument/2006/relationships/tags" Target="../tags/tag684.xml"/><Relationship Id="rId52" Type="http://schemas.openxmlformats.org/officeDocument/2006/relationships/tags" Target="../tags/tag683.xml"/><Relationship Id="rId51" Type="http://schemas.openxmlformats.org/officeDocument/2006/relationships/tags" Target="../tags/tag682.xml"/><Relationship Id="rId50" Type="http://schemas.openxmlformats.org/officeDocument/2006/relationships/tags" Target="../tags/tag681.xml"/><Relationship Id="rId5" Type="http://schemas.openxmlformats.org/officeDocument/2006/relationships/tags" Target="../tags/tag636.xml"/><Relationship Id="rId49" Type="http://schemas.openxmlformats.org/officeDocument/2006/relationships/tags" Target="../tags/tag680.xml"/><Relationship Id="rId48" Type="http://schemas.openxmlformats.org/officeDocument/2006/relationships/tags" Target="../tags/tag679.xml"/><Relationship Id="rId47" Type="http://schemas.openxmlformats.org/officeDocument/2006/relationships/tags" Target="../tags/tag678.xml"/><Relationship Id="rId46" Type="http://schemas.openxmlformats.org/officeDocument/2006/relationships/tags" Target="../tags/tag677.xml"/><Relationship Id="rId45" Type="http://schemas.openxmlformats.org/officeDocument/2006/relationships/tags" Target="../tags/tag676.xml"/><Relationship Id="rId44" Type="http://schemas.openxmlformats.org/officeDocument/2006/relationships/tags" Target="../tags/tag675.xml"/><Relationship Id="rId43" Type="http://schemas.openxmlformats.org/officeDocument/2006/relationships/tags" Target="../tags/tag674.xml"/><Relationship Id="rId42" Type="http://schemas.openxmlformats.org/officeDocument/2006/relationships/tags" Target="../tags/tag673.xml"/><Relationship Id="rId41" Type="http://schemas.openxmlformats.org/officeDocument/2006/relationships/tags" Target="../tags/tag672.xml"/><Relationship Id="rId40" Type="http://schemas.openxmlformats.org/officeDocument/2006/relationships/tags" Target="../tags/tag671.xml"/><Relationship Id="rId4" Type="http://schemas.openxmlformats.org/officeDocument/2006/relationships/tags" Target="../tags/tag635.xml"/><Relationship Id="rId39" Type="http://schemas.openxmlformats.org/officeDocument/2006/relationships/tags" Target="../tags/tag670.xml"/><Relationship Id="rId38" Type="http://schemas.openxmlformats.org/officeDocument/2006/relationships/tags" Target="../tags/tag669.xml"/><Relationship Id="rId37" Type="http://schemas.openxmlformats.org/officeDocument/2006/relationships/tags" Target="../tags/tag668.xml"/><Relationship Id="rId36" Type="http://schemas.openxmlformats.org/officeDocument/2006/relationships/tags" Target="../tags/tag667.xml"/><Relationship Id="rId35" Type="http://schemas.openxmlformats.org/officeDocument/2006/relationships/tags" Target="../tags/tag666.xml"/><Relationship Id="rId34" Type="http://schemas.openxmlformats.org/officeDocument/2006/relationships/tags" Target="../tags/tag665.xml"/><Relationship Id="rId33" Type="http://schemas.openxmlformats.org/officeDocument/2006/relationships/tags" Target="../tags/tag664.xml"/><Relationship Id="rId32" Type="http://schemas.openxmlformats.org/officeDocument/2006/relationships/tags" Target="../tags/tag663.xml"/><Relationship Id="rId31" Type="http://schemas.openxmlformats.org/officeDocument/2006/relationships/tags" Target="../tags/tag662.xml"/><Relationship Id="rId30" Type="http://schemas.openxmlformats.org/officeDocument/2006/relationships/tags" Target="../tags/tag661.xml"/><Relationship Id="rId3" Type="http://schemas.openxmlformats.org/officeDocument/2006/relationships/tags" Target="../tags/tag634.xml"/><Relationship Id="rId29" Type="http://schemas.openxmlformats.org/officeDocument/2006/relationships/tags" Target="../tags/tag660.xml"/><Relationship Id="rId28" Type="http://schemas.openxmlformats.org/officeDocument/2006/relationships/tags" Target="../tags/tag659.xml"/><Relationship Id="rId27" Type="http://schemas.openxmlformats.org/officeDocument/2006/relationships/tags" Target="../tags/tag658.xml"/><Relationship Id="rId26" Type="http://schemas.openxmlformats.org/officeDocument/2006/relationships/tags" Target="../tags/tag657.xml"/><Relationship Id="rId25" Type="http://schemas.openxmlformats.org/officeDocument/2006/relationships/tags" Target="../tags/tag656.xml"/><Relationship Id="rId24" Type="http://schemas.openxmlformats.org/officeDocument/2006/relationships/tags" Target="../tags/tag655.xml"/><Relationship Id="rId23" Type="http://schemas.openxmlformats.org/officeDocument/2006/relationships/tags" Target="../tags/tag654.xml"/><Relationship Id="rId22" Type="http://schemas.openxmlformats.org/officeDocument/2006/relationships/tags" Target="../tags/tag653.xml"/><Relationship Id="rId21" Type="http://schemas.openxmlformats.org/officeDocument/2006/relationships/tags" Target="../tags/tag652.xml"/><Relationship Id="rId20" Type="http://schemas.openxmlformats.org/officeDocument/2006/relationships/tags" Target="../tags/tag651.xml"/><Relationship Id="rId2" Type="http://schemas.openxmlformats.org/officeDocument/2006/relationships/tags" Target="../tags/tag633.xml"/><Relationship Id="rId19" Type="http://schemas.openxmlformats.org/officeDocument/2006/relationships/tags" Target="../tags/tag650.xml"/><Relationship Id="rId18" Type="http://schemas.openxmlformats.org/officeDocument/2006/relationships/tags" Target="../tags/tag649.xml"/><Relationship Id="rId17" Type="http://schemas.openxmlformats.org/officeDocument/2006/relationships/tags" Target="../tags/tag648.xml"/><Relationship Id="rId16" Type="http://schemas.openxmlformats.org/officeDocument/2006/relationships/tags" Target="../tags/tag647.xml"/><Relationship Id="rId15" Type="http://schemas.openxmlformats.org/officeDocument/2006/relationships/tags" Target="../tags/tag646.xml"/><Relationship Id="rId14" Type="http://schemas.openxmlformats.org/officeDocument/2006/relationships/tags" Target="../tags/tag645.xml"/><Relationship Id="rId13" Type="http://schemas.openxmlformats.org/officeDocument/2006/relationships/tags" Target="../tags/tag644.xml"/><Relationship Id="rId12" Type="http://schemas.openxmlformats.org/officeDocument/2006/relationships/tags" Target="../tags/tag643.xml"/><Relationship Id="rId11" Type="http://schemas.openxmlformats.org/officeDocument/2006/relationships/tags" Target="../tags/tag642.xml"/><Relationship Id="rId10" Type="http://schemas.openxmlformats.org/officeDocument/2006/relationships/tags" Target="../tags/tag641.xml"/><Relationship Id="rId1" Type="http://schemas.openxmlformats.org/officeDocument/2006/relationships/tags" Target="../tags/tag63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98.xml"/><Relationship Id="rId8" Type="http://schemas.openxmlformats.org/officeDocument/2006/relationships/tags" Target="../tags/tag697.xml"/><Relationship Id="rId79" Type="http://schemas.openxmlformats.org/officeDocument/2006/relationships/slideLayout" Target="../slideLayouts/slideLayout16.xml"/><Relationship Id="rId78" Type="http://schemas.openxmlformats.org/officeDocument/2006/relationships/tags" Target="../tags/tag761.xml"/><Relationship Id="rId77" Type="http://schemas.openxmlformats.org/officeDocument/2006/relationships/tags" Target="../tags/tag760.xml"/><Relationship Id="rId76" Type="http://schemas.openxmlformats.org/officeDocument/2006/relationships/tags" Target="../tags/tag759.xml"/><Relationship Id="rId75" Type="http://schemas.openxmlformats.org/officeDocument/2006/relationships/tags" Target="../tags/tag758.xml"/><Relationship Id="rId74" Type="http://schemas.openxmlformats.org/officeDocument/2006/relationships/tags" Target="../tags/tag757.xml"/><Relationship Id="rId73" Type="http://schemas.openxmlformats.org/officeDocument/2006/relationships/tags" Target="../tags/tag756.xml"/><Relationship Id="rId72" Type="http://schemas.openxmlformats.org/officeDocument/2006/relationships/tags" Target="../tags/tag755.xml"/><Relationship Id="rId71" Type="http://schemas.openxmlformats.org/officeDocument/2006/relationships/tags" Target="../tags/tag754.xml"/><Relationship Id="rId70" Type="http://schemas.openxmlformats.org/officeDocument/2006/relationships/tags" Target="../tags/tag753.xml"/><Relationship Id="rId7" Type="http://schemas.openxmlformats.org/officeDocument/2006/relationships/tags" Target="../tags/tag696.xml"/><Relationship Id="rId69" Type="http://schemas.openxmlformats.org/officeDocument/2006/relationships/tags" Target="../tags/tag752.xml"/><Relationship Id="rId68" Type="http://schemas.openxmlformats.org/officeDocument/2006/relationships/tags" Target="../tags/tag751.xml"/><Relationship Id="rId67" Type="http://schemas.openxmlformats.org/officeDocument/2006/relationships/tags" Target="../tags/tag750.xml"/><Relationship Id="rId66" Type="http://schemas.openxmlformats.org/officeDocument/2006/relationships/tags" Target="../tags/tag749.xml"/><Relationship Id="rId65" Type="http://schemas.openxmlformats.org/officeDocument/2006/relationships/tags" Target="../tags/tag748.xml"/><Relationship Id="rId64" Type="http://schemas.openxmlformats.org/officeDocument/2006/relationships/tags" Target="../tags/tag747.xml"/><Relationship Id="rId63" Type="http://schemas.openxmlformats.org/officeDocument/2006/relationships/tags" Target="../tags/tag746.xml"/><Relationship Id="rId62" Type="http://schemas.openxmlformats.org/officeDocument/2006/relationships/tags" Target="../tags/tag745.xml"/><Relationship Id="rId61" Type="http://schemas.openxmlformats.org/officeDocument/2006/relationships/tags" Target="../tags/tag744.xml"/><Relationship Id="rId60" Type="http://schemas.openxmlformats.org/officeDocument/2006/relationships/tags" Target="../tags/tag743.xml"/><Relationship Id="rId6" Type="http://schemas.openxmlformats.org/officeDocument/2006/relationships/image" Target="../media/image106.svg"/><Relationship Id="rId59" Type="http://schemas.openxmlformats.org/officeDocument/2006/relationships/tags" Target="../tags/tag742.xml"/><Relationship Id="rId58" Type="http://schemas.openxmlformats.org/officeDocument/2006/relationships/tags" Target="../tags/tag741.xml"/><Relationship Id="rId57" Type="http://schemas.openxmlformats.org/officeDocument/2006/relationships/tags" Target="../tags/tag740.xml"/><Relationship Id="rId56" Type="http://schemas.openxmlformats.org/officeDocument/2006/relationships/tags" Target="../tags/tag739.xml"/><Relationship Id="rId55" Type="http://schemas.openxmlformats.org/officeDocument/2006/relationships/tags" Target="../tags/tag738.xml"/><Relationship Id="rId54" Type="http://schemas.openxmlformats.org/officeDocument/2006/relationships/tags" Target="../tags/tag737.xml"/><Relationship Id="rId53" Type="http://schemas.openxmlformats.org/officeDocument/2006/relationships/tags" Target="../tags/tag736.xml"/><Relationship Id="rId52" Type="http://schemas.openxmlformats.org/officeDocument/2006/relationships/tags" Target="../tags/tag735.xml"/><Relationship Id="rId51" Type="http://schemas.openxmlformats.org/officeDocument/2006/relationships/tags" Target="../tags/tag734.xml"/><Relationship Id="rId50" Type="http://schemas.openxmlformats.org/officeDocument/2006/relationships/tags" Target="../tags/tag733.xml"/><Relationship Id="rId5" Type="http://schemas.openxmlformats.org/officeDocument/2006/relationships/image" Target="../media/image105.png"/><Relationship Id="rId49" Type="http://schemas.openxmlformats.org/officeDocument/2006/relationships/tags" Target="../tags/tag732.xml"/><Relationship Id="rId48" Type="http://schemas.openxmlformats.org/officeDocument/2006/relationships/tags" Target="../tags/tag731.xml"/><Relationship Id="rId47" Type="http://schemas.openxmlformats.org/officeDocument/2006/relationships/tags" Target="../tags/tag730.xml"/><Relationship Id="rId46" Type="http://schemas.openxmlformats.org/officeDocument/2006/relationships/tags" Target="../tags/tag729.xml"/><Relationship Id="rId45" Type="http://schemas.openxmlformats.org/officeDocument/2006/relationships/tags" Target="../tags/tag728.xml"/><Relationship Id="rId44" Type="http://schemas.openxmlformats.org/officeDocument/2006/relationships/tags" Target="../tags/tag727.xml"/><Relationship Id="rId43" Type="http://schemas.openxmlformats.org/officeDocument/2006/relationships/tags" Target="../tags/tag726.xml"/><Relationship Id="rId42" Type="http://schemas.openxmlformats.org/officeDocument/2006/relationships/tags" Target="../tags/tag725.xml"/><Relationship Id="rId41" Type="http://schemas.openxmlformats.org/officeDocument/2006/relationships/tags" Target="../tags/tag724.xml"/><Relationship Id="rId40" Type="http://schemas.openxmlformats.org/officeDocument/2006/relationships/tags" Target="../tags/tag723.xml"/><Relationship Id="rId4" Type="http://schemas.openxmlformats.org/officeDocument/2006/relationships/tags" Target="../tags/tag695.xml"/><Relationship Id="rId39" Type="http://schemas.openxmlformats.org/officeDocument/2006/relationships/tags" Target="../tags/tag722.xml"/><Relationship Id="rId38" Type="http://schemas.openxmlformats.org/officeDocument/2006/relationships/tags" Target="../tags/tag721.xml"/><Relationship Id="rId37" Type="http://schemas.openxmlformats.org/officeDocument/2006/relationships/tags" Target="../tags/tag720.xml"/><Relationship Id="rId36" Type="http://schemas.openxmlformats.org/officeDocument/2006/relationships/tags" Target="../tags/tag719.xml"/><Relationship Id="rId35" Type="http://schemas.openxmlformats.org/officeDocument/2006/relationships/image" Target="../media/image112.svg"/><Relationship Id="rId34" Type="http://schemas.openxmlformats.org/officeDocument/2006/relationships/image" Target="../media/image111.png"/><Relationship Id="rId33" Type="http://schemas.openxmlformats.org/officeDocument/2006/relationships/tags" Target="../tags/tag718.xml"/><Relationship Id="rId32" Type="http://schemas.openxmlformats.org/officeDocument/2006/relationships/tags" Target="../tags/tag717.xml"/><Relationship Id="rId31" Type="http://schemas.openxmlformats.org/officeDocument/2006/relationships/tags" Target="../tags/tag716.xml"/><Relationship Id="rId30" Type="http://schemas.openxmlformats.org/officeDocument/2006/relationships/tags" Target="../tags/tag715.xml"/><Relationship Id="rId3" Type="http://schemas.openxmlformats.org/officeDocument/2006/relationships/tags" Target="../tags/tag694.xml"/><Relationship Id="rId29" Type="http://schemas.openxmlformats.org/officeDocument/2006/relationships/tags" Target="../tags/tag714.xml"/><Relationship Id="rId28" Type="http://schemas.openxmlformats.org/officeDocument/2006/relationships/tags" Target="../tags/tag713.xml"/><Relationship Id="rId27" Type="http://schemas.openxmlformats.org/officeDocument/2006/relationships/tags" Target="../tags/tag712.xml"/><Relationship Id="rId26" Type="http://schemas.openxmlformats.org/officeDocument/2006/relationships/image" Target="../media/image110.svg"/><Relationship Id="rId25" Type="http://schemas.openxmlformats.org/officeDocument/2006/relationships/image" Target="../media/image109.png"/><Relationship Id="rId24" Type="http://schemas.openxmlformats.org/officeDocument/2006/relationships/tags" Target="../tags/tag711.xml"/><Relationship Id="rId23" Type="http://schemas.openxmlformats.org/officeDocument/2006/relationships/tags" Target="../tags/tag710.xml"/><Relationship Id="rId22" Type="http://schemas.openxmlformats.org/officeDocument/2006/relationships/tags" Target="../tags/tag709.xml"/><Relationship Id="rId21" Type="http://schemas.openxmlformats.org/officeDocument/2006/relationships/tags" Target="../tags/tag708.xml"/><Relationship Id="rId20" Type="http://schemas.openxmlformats.org/officeDocument/2006/relationships/tags" Target="../tags/tag707.xml"/><Relationship Id="rId2" Type="http://schemas.openxmlformats.org/officeDocument/2006/relationships/tags" Target="../tags/tag693.xml"/><Relationship Id="rId19" Type="http://schemas.openxmlformats.org/officeDocument/2006/relationships/tags" Target="../tags/tag706.xml"/><Relationship Id="rId18" Type="http://schemas.openxmlformats.org/officeDocument/2006/relationships/tags" Target="../tags/tag705.xml"/><Relationship Id="rId17" Type="http://schemas.openxmlformats.org/officeDocument/2006/relationships/tags" Target="../tags/tag704.xml"/><Relationship Id="rId16" Type="http://schemas.openxmlformats.org/officeDocument/2006/relationships/image" Target="../media/image108.svg"/><Relationship Id="rId15" Type="http://schemas.openxmlformats.org/officeDocument/2006/relationships/image" Target="../media/image107.png"/><Relationship Id="rId14" Type="http://schemas.openxmlformats.org/officeDocument/2006/relationships/tags" Target="../tags/tag703.xml"/><Relationship Id="rId13" Type="http://schemas.openxmlformats.org/officeDocument/2006/relationships/tags" Target="../tags/tag702.xml"/><Relationship Id="rId12" Type="http://schemas.openxmlformats.org/officeDocument/2006/relationships/tags" Target="../tags/tag701.xml"/><Relationship Id="rId11" Type="http://schemas.openxmlformats.org/officeDocument/2006/relationships/tags" Target="../tags/tag700.xml"/><Relationship Id="rId10" Type="http://schemas.openxmlformats.org/officeDocument/2006/relationships/tags" Target="../tags/tag699.xml"/><Relationship Id="rId1" Type="http://schemas.openxmlformats.org/officeDocument/2006/relationships/tags" Target="../tags/tag69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69.xml"/><Relationship Id="rId8" Type="http://schemas.openxmlformats.org/officeDocument/2006/relationships/tags" Target="../tags/tag768.xml"/><Relationship Id="rId7" Type="http://schemas.openxmlformats.org/officeDocument/2006/relationships/tags" Target="../tags/tag767.xml"/><Relationship Id="rId6" Type="http://schemas.openxmlformats.org/officeDocument/2006/relationships/tags" Target="../tags/tag766.xml"/><Relationship Id="rId57" Type="http://schemas.openxmlformats.org/officeDocument/2006/relationships/slideLayout" Target="../slideLayouts/slideLayout16.xml"/><Relationship Id="rId56" Type="http://schemas.openxmlformats.org/officeDocument/2006/relationships/tags" Target="../tags/tag808.xml"/><Relationship Id="rId55" Type="http://schemas.openxmlformats.org/officeDocument/2006/relationships/tags" Target="../tags/tag807.xml"/><Relationship Id="rId54" Type="http://schemas.openxmlformats.org/officeDocument/2006/relationships/tags" Target="../tags/tag806.xml"/><Relationship Id="rId53" Type="http://schemas.openxmlformats.org/officeDocument/2006/relationships/tags" Target="../tags/tag805.xml"/><Relationship Id="rId52" Type="http://schemas.openxmlformats.org/officeDocument/2006/relationships/tags" Target="../tags/tag804.xml"/><Relationship Id="rId51" Type="http://schemas.openxmlformats.org/officeDocument/2006/relationships/tags" Target="../tags/tag803.xml"/><Relationship Id="rId50" Type="http://schemas.openxmlformats.org/officeDocument/2006/relationships/tags" Target="../tags/tag802.xml"/><Relationship Id="rId5" Type="http://schemas.openxmlformats.org/officeDocument/2006/relationships/image" Target="../media/image113.png"/><Relationship Id="rId49" Type="http://schemas.openxmlformats.org/officeDocument/2006/relationships/tags" Target="../tags/tag801.xml"/><Relationship Id="rId48" Type="http://schemas.openxmlformats.org/officeDocument/2006/relationships/tags" Target="../tags/tag800.xml"/><Relationship Id="rId47" Type="http://schemas.openxmlformats.org/officeDocument/2006/relationships/tags" Target="../tags/tag799.xml"/><Relationship Id="rId46" Type="http://schemas.openxmlformats.org/officeDocument/2006/relationships/tags" Target="../tags/tag798.xml"/><Relationship Id="rId45" Type="http://schemas.openxmlformats.org/officeDocument/2006/relationships/tags" Target="../tags/tag797.xml"/><Relationship Id="rId44" Type="http://schemas.openxmlformats.org/officeDocument/2006/relationships/tags" Target="../tags/tag796.xml"/><Relationship Id="rId43" Type="http://schemas.openxmlformats.org/officeDocument/2006/relationships/tags" Target="../tags/tag795.xml"/><Relationship Id="rId42" Type="http://schemas.openxmlformats.org/officeDocument/2006/relationships/tags" Target="../tags/tag794.xml"/><Relationship Id="rId41" Type="http://schemas.openxmlformats.org/officeDocument/2006/relationships/tags" Target="../tags/tag793.xml"/><Relationship Id="rId40" Type="http://schemas.openxmlformats.org/officeDocument/2006/relationships/tags" Target="../tags/tag792.xml"/><Relationship Id="rId4" Type="http://schemas.openxmlformats.org/officeDocument/2006/relationships/tags" Target="../tags/tag765.xml"/><Relationship Id="rId39" Type="http://schemas.openxmlformats.org/officeDocument/2006/relationships/tags" Target="../tags/tag791.xml"/><Relationship Id="rId38" Type="http://schemas.openxmlformats.org/officeDocument/2006/relationships/tags" Target="../tags/tag790.xml"/><Relationship Id="rId37" Type="http://schemas.openxmlformats.org/officeDocument/2006/relationships/tags" Target="../tags/tag789.xml"/><Relationship Id="rId36" Type="http://schemas.openxmlformats.org/officeDocument/2006/relationships/image" Target="../media/image3.svg"/><Relationship Id="rId35" Type="http://schemas.openxmlformats.org/officeDocument/2006/relationships/image" Target="../media/image83.png"/><Relationship Id="rId34" Type="http://schemas.openxmlformats.org/officeDocument/2006/relationships/tags" Target="../tags/tag788.xml"/><Relationship Id="rId33" Type="http://schemas.openxmlformats.org/officeDocument/2006/relationships/tags" Target="../tags/tag787.xml"/><Relationship Id="rId32" Type="http://schemas.openxmlformats.org/officeDocument/2006/relationships/tags" Target="../tags/tag786.xml"/><Relationship Id="rId31" Type="http://schemas.openxmlformats.org/officeDocument/2006/relationships/tags" Target="../tags/tag785.xml"/><Relationship Id="rId30" Type="http://schemas.openxmlformats.org/officeDocument/2006/relationships/tags" Target="../tags/tag784.xml"/><Relationship Id="rId3" Type="http://schemas.openxmlformats.org/officeDocument/2006/relationships/tags" Target="../tags/tag764.xml"/><Relationship Id="rId29" Type="http://schemas.openxmlformats.org/officeDocument/2006/relationships/image" Target="../media/image119.svg"/><Relationship Id="rId28" Type="http://schemas.openxmlformats.org/officeDocument/2006/relationships/image" Target="../media/image118.png"/><Relationship Id="rId27" Type="http://schemas.openxmlformats.org/officeDocument/2006/relationships/tags" Target="../tags/tag783.xml"/><Relationship Id="rId26" Type="http://schemas.openxmlformats.org/officeDocument/2006/relationships/tags" Target="../tags/tag782.xml"/><Relationship Id="rId25" Type="http://schemas.openxmlformats.org/officeDocument/2006/relationships/tags" Target="../tags/tag781.xml"/><Relationship Id="rId24" Type="http://schemas.openxmlformats.org/officeDocument/2006/relationships/tags" Target="../tags/tag780.xml"/><Relationship Id="rId23" Type="http://schemas.openxmlformats.org/officeDocument/2006/relationships/image" Target="../media/image117.svg"/><Relationship Id="rId22" Type="http://schemas.openxmlformats.org/officeDocument/2006/relationships/image" Target="../media/image116.png"/><Relationship Id="rId21" Type="http://schemas.openxmlformats.org/officeDocument/2006/relationships/tags" Target="../tags/tag779.xml"/><Relationship Id="rId20" Type="http://schemas.openxmlformats.org/officeDocument/2006/relationships/tags" Target="../tags/tag778.xml"/><Relationship Id="rId2" Type="http://schemas.openxmlformats.org/officeDocument/2006/relationships/tags" Target="../tags/tag763.xml"/><Relationship Id="rId19" Type="http://schemas.openxmlformats.org/officeDocument/2006/relationships/tags" Target="../tags/tag777.xml"/><Relationship Id="rId18" Type="http://schemas.openxmlformats.org/officeDocument/2006/relationships/image" Target="../media/image115.svg"/><Relationship Id="rId17" Type="http://schemas.openxmlformats.org/officeDocument/2006/relationships/image" Target="../media/image114.png"/><Relationship Id="rId16" Type="http://schemas.openxmlformats.org/officeDocument/2006/relationships/tags" Target="../tags/tag776.xml"/><Relationship Id="rId15" Type="http://schemas.openxmlformats.org/officeDocument/2006/relationships/tags" Target="../tags/tag775.xml"/><Relationship Id="rId14" Type="http://schemas.openxmlformats.org/officeDocument/2006/relationships/tags" Target="../tags/tag774.xml"/><Relationship Id="rId13" Type="http://schemas.openxmlformats.org/officeDocument/2006/relationships/tags" Target="../tags/tag773.xml"/><Relationship Id="rId12" Type="http://schemas.openxmlformats.org/officeDocument/2006/relationships/tags" Target="../tags/tag772.xml"/><Relationship Id="rId11" Type="http://schemas.openxmlformats.org/officeDocument/2006/relationships/tags" Target="../tags/tag771.xml"/><Relationship Id="rId10" Type="http://schemas.openxmlformats.org/officeDocument/2006/relationships/tags" Target="../tags/tag770.xml"/><Relationship Id="rId1" Type="http://schemas.openxmlformats.org/officeDocument/2006/relationships/tags" Target="../tags/tag76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15.xml"/><Relationship Id="rId8" Type="http://schemas.openxmlformats.org/officeDocument/2006/relationships/tags" Target="../tags/tag814.xml"/><Relationship Id="rId7" Type="http://schemas.openxmlformats.org/officeDocument/2006/relationships/tags" Target="../tags/tag813.xml"/><Relationship Id="rId64" Type="http://schemas.openxmlformats.org/officeDocument/2006/relationships/slideLayout" Target="../slideLayouts/slideLayout16.xml"/><Relationship Id="rId63" Type="http://schemas.openxmlformats.org/officeDocument/2006/relationships/tags" Target="../tags/tag863.xml"/><Relationship Id="rId62" Type="http://schemas.openxmlformats.org/officeDocument/2006/relationships/image" Target="../media/image126.svg"/><Relationship Id="rId61" Type="http://schemas.openxmlformats.org/officeDocument/2006/relationships/image" Target="../media/image125.png"/><Relationship Id="rId60" Type="http://schemas.openxmlformats.org/officeDocument/2006/relationships/tags" Target="../tags/tag862.xml"/><Relationship Id="rId6" Type="http://schemas.openxmlformats.org/officeDocument/2006/relationships/image" Target="../media/image21.svg"/><Relationship Id="rId59" Type="http://schemas.openxmlformats.org/officeDocument/2006/relationships/tags" Target="../tags/tag861.xml"/><Relationship Id="rId58" Type="http://schemas.openxmlformats.org/officeDocument/2006/relationships/tags" Target="../tags/tag860.xml"/><Relationship Id="rId57" Type="http://schemas.openxmlformats.org/officeDocument/2006/relationships/tags" Target="../tags/tag859.xml"/><Relationship Id="rId56" Type="http://schemas.openxmlformats.org/officeDocument/2006/relationships/tags" Target="../tags/tag858.xml"/><Relationship Id="rId55" Type="http://schemas.openxmlformats.org/officeDocument/2006/relationships/tags" Target="../tags/tag857.xml"/><Relationship Id="rId54" Type="http://schemas.openxmlformats.org/officeDocument/2006/relationships/tags" Target="../tags/tag856.xml"/><Relationship Id="rId53" Type="http://schemas.openxmlformats.org/officeDocument/2006/relationships/tags" Target="../tags/tag855.xml"/><Relationship Id="rId52" Type="http://schemas.openxmlformats.org/officeDocument/2006/relationships/tags" Target="../tags/tag854.xml"/><Relationship Id="rId51" Type="http://schemas.openxmlformats.org/officeDocument/2006/relationships/tags" Target="../tags/tag853.xml"/><Relationship Id="rId50" Type="http://schemas.openxmlformats.org/officeDocument/2006/relationships/tags" Target="../tags/tag852.xml"/><Relationship Id="rId5" Type="http://schemas.openxmlformats.org/officeDocument/2006/relationships/image" Target="../media/image120.png"/><Relationship Id="rId49" Type="http://schemas.openxmlformats.org/officeDocument/2006/relationships/tags" Target="../tags/tag851.xml"/><Relationship Id="rId48" Type="http://schemas.openxmlformats.org/officeDocument/2006/relationships/tags" Target="../tags/tag850.xml"/><Relationship Id="rId47" Type="http://schemas.openxmlformats.org/officeDocument/2006/relationships/tags" Target="../tags/tag849.xml"/><Relationship Id="rId46" Type="http://schemas.openxmlformats.org/officeDocument/2006/relationships/tags" Target="../tags/tag848.xml"/><Relationship Id="rId45" Type="http://schemas.openxmlformats.org/officeDocument/2006/relationships/tags" Target="../tags/tag847.xml"/><Relationship Id="rId44" Type="http://schemas.openxmlformats.org/officeDocument/2006/relationships/tags" Target="../tags/tag846.xml"/><Relationship Id="rId43" Type="http://schemas.openxmlformats.org/officeDocument/2006/relationships/tags" Target="../tags/tag845.xml"/><Relationship Id="rId42" Type="http://schemas.openxmlformats.org/officeDocument/2006/relationships/tags" Target="../tags/tag844.xml"/><Relationship Id="rId41" Type="http://schemas.openxmlformats.org/officeDocument/2006/relationships/tags" Target="../tags/tag843.xml"/><Relationship Id="rId40" Type="http://schemas.openxmlformats.org/officeDocument/2006/relationships/tags" Target="../tags/tag842.xml"/><Relationship Id="rId4" Type="http://schemas.openxmlformats.org/officeDocument/2006/relationships/tags" Target="../tags/tag812.xml"/><Relationship Id="rId39" Type="http://schemas.openxmlformats.org/officeDocument/2006/relationships/tags" Target="../tags/tag841.xml"/><Relationship Id="rId38" Type="http://schemas.openxmlformats.org/officeDocument/2006/relationships/tags" Target="../tags/tag840.xml"/><Relationship Id="rId37" Type="http://schemas.openxmlformats.org/officeDocument/2006/relationships/tags" Target="../tags/tag839.xml"/><Relationship Id="rId36" Type="http://schemas.openxmlformats.org/officeDocument/2006/relationships/tags" Target="../tags/tag838.xml"/><Relationship Id="rId35" Type="http://schemas.openxmlformats.org/officeDocument/2006/relationships/tags" Target="../tags/tag837.xml"/><Relationship Id="rId34" Type="http://schemas.openxmlformats.org/officeDocument/2006/relationships/tags" Target="../tags/tag836.xml"/><Relationship Id="rId33" Type="http://schemas.openxmlformats.org/officeDocument/2006/relationships/tags" Target="../tags/tag835.xml"/><Relationship Id="rId32" Type="http://schemas.openxmlformats.org/officeDocument/2006/relationships/image" Target="../media/image124.svg"/><Relationship Id="rId31" Type="http://schemas.openxmlformats.org/officeDocument/2006/relationships/image" Target="../media/image123.png"/><Relationship Id="rId30" Type="http://schemas.openxmlformats.org/officeDocument/2006/relationships/tags" Target="../tags/tag834.xml"/><Relationship Id="rId3" Type="http://schemas.openxmlformats.org/officeDocument/2006/relationships/tags" Target="../tags/tag811.xml"/><Relationship Id="rId29" Type="http://schemas.openxmlformats.org/officeDocument/2006/relationships/tags" Target="../tags/tag833.xml"/><Relationship Id="rId28" Type="http://schemas.openxmlformats.org/officeDocument/2006/relationships/tags" Target="../tags/tag832.xml"/><Relationship Id="rId27" Type="http://schemas.openxmlformats.org/officeDocument/2006/relationships/tags" Target="../tags/tag831.xml"/><Relationship Id="rId26" Type="http://schemas.openxmlformats.org/officeDocument/2006/relationships/image" Target="../media/image122.svg"/><Relationship Id="rId25" Type="http://schemas.openxmlformats.org/officeDocument/2006/relationships/image" Target="../media/image121.png"/><Relationship Id="rId24" Type="http://schemas.openxmlformats.org/officeDocument/2006/relationships/tags" Target="../tags/tag830.xml"/><Relationship Id="rId23" Type="http://schemas.openxmlformats.org/officeDocument/2006/relationships/tags" Target="../tags/tag829.xml"/><Relationship Id="rId22" Type="http://schemas.openxmlformats.org/officeDocument/2006/relationships/tags" Target="../tags/tag828.xml"/><Relationship Id="rId21" Type="http://schemas.openxmlformats.org/officeDocument/2006/relationships/tags" Target="../tags/tag827.xml"/><Relationship Id="rId20" Type="http://schemas.openxmlformats.org/officeDocument/2006/relationships/tags" Target="../tags/tag826.xml"/><Relationship Id="rId2" Type="http://schemas.openxmlformats.org/officeDocument/2006/relationships/tags" Target="../tags/tag810.xml"/><Relationship Id="rId19" Type="http://schemas.openxmlformats.org/officeDocument/2006/relationships/tags" Target="../tags/tag825.xml"/><Relationship Id="rId18" Type="http://schemas.openxmlformats.org/officeDocument/2006/relationships/tags" Target="../tags/tag824.xml"/><Relationship Id="rId17" Type="http://schemas.openxmlformats.org/officeDocument/2006/relationships/tags" Target="../tags/tag823.xml"/><Relationship Id="rId16" Type="http://schemas.openxmlformats.org/officeDocument/2006/relationships/tags" Target="../tags/tag822.xml"/><Relationship Id="rId15" Type="http://schemas.openxmlformats.org/officeDocument/2006/relationships/tags" Target="../tags/tag821.xml"/><Relationship Id="rId14" Type="http://schemas.openxmlformats.org/officeDocument/2006/relationships/tags" Target="../tags/tag820.xml"/><Relationship Id="rId13" Type="http://schemas.openxmlformats.org/officeDocument/2006/relationships/tags" Target="../tags/tag819.xml"/><Relationship Id="rId12" Type="http://schemas.openxmlformats.org/officeDocument/2006/relationships/tags" Target="../tags/tag818.xml"/><Relationship Id="rId11" Type="http://schemas.openxmlformats.org/officeDocument/2006/relationships/tags" Target="../tags/tag817.xml"/><Relationship Id="rId10" Type="http://schemas.openxmlformats.org/officeDocument/2006/relationships/tags" Target="../tags/tag816.xml"/><Relationship Id="rId1" Type="http://schemas.openxmlformats.org/officeDocument/2006/relationships/tags" Target="../tags/tag80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866.xml"/><Relationship Id="rId2" Type="http://schemas.openxmlformats.org/officeDocument/2006/relationships/tags" Target="../tags/tag865.xml"/><Relationship Id="rId1" Type="http://schemas.openxmlformats.org/officeDocument/2006/relationships/tags" Target="../tags/tag86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873.xml"/><Relationship Id="rId81" Type="http://schemas.openxmlformats.org/officeDocument/2006/relationships/slideLayout" Target="../slideLayouts/slideLayout16.xml"/><Relationship Id="rId80" Type="http://schemas.openxmlformats.org/officeDocument/2006/relationships/tags" Target="../tags/tag924.xml"/><Relationship Id="rId8" Type="http://schemas.openxmlformats.org/officeDocument/2006/relationships/tags" Target="../tags/tag872.xml"/><Relationship Id="rId79" Type="http://schemas.openxmlformats.org/officeDocument/2006/relationships/image" Target="../media/image146.svg"/><Relationship Id="rId78" Type="http://schemas.openxmlformats.org/officeDocument/2006/relationships/image" Target="../media/image145.png"/><Relationship Id="rId77" Type="http://schemas.openxmlformats.org/officeDocument/2006/relationships/tags" Target="../tags/tag923.xml"/><Relationship Id="rId76" Type="http://schemas.openxmlformats.org/officeDocument/2006/relationships/tags" Target="../tags/tag922.xml"/><Relationship Id="rId75" Type="http://schemas.openxmlformats.org/officeDocument/2006/relationships/tags" Target="../tags/tag921.xml"/><Relationship Id="rId74" Type="http://schemas.openxmlformats.org/officeDocument/2006/relationships/image" Target="../media/image144.svg"/><Relationship Id="rId73" Type="http://schemas.openxmlformats.org/officeDocument/2006/relationships/image" Target="../media/image143.png"/><Relationship Id="rId72" Type="http://schemas.openxmlformats.org/officeDocument/2006/relationships/tags" Target="../tags/tag920.xml"/><Relationship Id="rId71" Type="http://schemas.openxmlformats.org/officeDocument/2006/relationships/tags" Target="../tags/tag919.xml"/><Relationship Id="rId70" Type="http://schemas.openxmlformats.org/officeDocument/2006/relationships/tags" Target="../tags/tag918.xml"/><Relationship Id="rId7" Type="http://schemas.openxmlformats.org/officeDocument/2006/relationships/tags" Target="../tags/tag871.xml"/><Relationship Id="rId69" Type="http://schemas.openxmlformats.org/officeDocument/2006/relationships/image" Target="../media/image142.svg"/><Relationship Id="rId68" Type="http://schemas.openxmlformats.org/officeDocument/2006/relationships/image" Target="../media/image141.png"/><Relationship Id="rId67" Type="http://schemas.openxmlformats.org/officeDocument/2006/relationships/tags" Target="../tags/tag917.xml"/><Relationship Id="rId66" Type="http://schemas.openxmlformats.org/officeDocument/2006/relationships/tags" Target="../tags/tag916.xml"/><Relationship Id="rId65" Type="http://schemas.openxmlformats.org/officeDocument/2006/relationships/tags" Target="../tags/tag915.xml"/><Relationship Id="rId64" Type="http://schemas.openxmlformats.org/officeDocument/2006/relationships/tags" Target="../tags/tag914.xml"/><Relationship Id="rId63" Type="http://schemas.openxmlformats.org/officeDocument/2006/relationships/tags" Target="../tags/tag913.xml"/><Relationship Id="rId62" Type="http://schemas.openxmlformats.org/officeDocument/2006/relationships/tags" Target="../tags/tag912.xml"/><Relationship Id="rId61" Type="http://schemas.openxmlformats.org/officeDocument/2006/relationships/tags" Target="../tags/tag911.xml"/><Relationship Id="rId60" Type="http://schemas.openxmlformats.org/officeDocument/2006/relationships/tags" Target="../tags/tag910.xml"/><Relationship Id="rId6" Type="http://schemas.openxmlformats.org/officeDocument/2006/relationships/image" Target="../media/image3.svg"/><Relationship Id="rId59" Type="http://schemas.openxmlformats.org/officeDocument/2006/relationships/image" Target="../media/image140.svg"/><Relationship Id="rId58" Type="http://schemas.openxmlformats.org/officeDocument/2006/relationships/image" Target="../media/image139.png"/><Relationship Id="rId57" Type="http://schemas.openxmlformats.org/officeDocument/2006/relationships/tags" Target="../tags/tag909.xml"/><Relationship Id="rId56" Type="http://schemas.openxmlformats.org/officeDocument/2006/relationships/tags" Target="../tags/tag908.xml"/><Relationship Id="rId55" Type="http://schemas.openxmlformats.org/officeDocument/2006/relationships/tags" Target="../tags/tag907.xml"/><Relationship Id="rId54" Type="http://schemas.openxmlformats.org/officeDocument/2006/relationships/image" Target="../media/image138.svg"/><Relationship Id="rId53" Type="http://schemas.openxmlformats.org/officeDocument/2006/relationships/image" Target="../media/image137.png"/><Relationship Id="rId52" Type="http://schemas.openxmlformats.org/officeDocument/2006/relationships/tags" Target="../tags/tag906.xml"/><Relationship Id="rId51" Type="http://schemas.openxmlformats.org/officeDocument/2006/relationships/tags" Target="../tags/tag905.xml"/><Relationship Id="rId50" Type="http://schemas.openxmlformats.org/officeDocument/2006/relationships/tags" Target="../tags/tag904.xml"/><Relationship Id="rId5" Type="http://schemas.openxmlformats.org/officeDocument/2006/relationships/image" Target="../media/image83.png"/><Relationship Id="rId49" Type="http://schemas.openxmlformats.org/officeDocument/2006/relationships/image" Target="../media/image136.svg"/><Relationship Id="rId48" Type="http://schemas.openxmlformats.org/officeDocument/2006/relationships/image" Target="../media/image135.png"/><Relationship Id="rId47" Type="http://schemas.openxmlformats.org/officeDocument/2006/relationships/tags" Target="../tags/tag903.xml"/><Relationship Id="rId46" Type="http://schemas.openxmlformats.org/officeDocument/2006/relationships/tags" Target="../tags/tag902.xml"/><Relationship Id="rId45" Type="http://schemas.openxmlformats.org/officeDocument/2006/relationships/tags" Target="../tags/tag901.xml"/><Relationship Id="rId44" Type="http://schemas.openxmlformats.org/officeDocument/2006/relationships/tags" Target="../tags/tag900.xml"/><Relationship Id="rId43" Type="http://schemas.openxmlformats.org/officeDocument/2006/relationships/tags" Target="../tags/tag899.xml"/><Relationship Id="rId42" Type="http://schemas.openxmlformats.org/officeDocument/2006/relationships/tags" Target="../tags/tag898.xml"/><Relationship Id="rId41" Type="http://schemas.openxmlformats.org/officeDocument/2006/relationships/tags" Target="../tags/tag897.xml"/><Relationship Id="rId40" Type="http://schemas.openxmlformats.org/officeDocument/2006/relationships/tags" Target="../tags/tag896.xml"/><Relationship Id="rId4" Type="http://schemas.openxmlformats.org/officeDocument/2006/relationships/tags" Target="../tags/tag870.xml"/><Relationship Id="rId39" Type="http://schemas.openxmlformats.org/officeDocument/2006/relationships/image" Target="../media/image134.svg"/><Relationship Id="rId38" Type="http://schemas.openxmlformats.org/officeDocument/2006/relationships/image" Target="../media/image133.png"/><Relationship Id="rId37" Type="http://schemas.openxmlformats.org/officeDocument/2006/relationships/tags" Target="../tags/tag895.xml"/><Relationship Id="rId36" Type="http://schemas.openxmlformats.org/officeDocument/2006/relationships/tags" Target="../tags/tag894.xml"/><Relationship Id="rId35" Type="http://schemas.openxmlformats.org/officeDocument/2006/relationships/tags" Target="../tags/tag893.xml"/><Relationship Id="rId34" Type="http://schemas.openxmlformats.org/officeDocument/2006/relationships/image" Target="../media/image132.svg"/><Relationship Id="rId33" Type="http://schemas.openxmlformats.org/officeDocument/2006/relationships/image" Target="../media/image131.png"/><Relationship Id="rId32" Type="http://schemas.openxmlformats.org/officeDocument/2006/relationships/tags" Target="../tags/tag892.xml"/><Relationship Id="rId31" Type="http://schemas.openxmlformats.org/officeDocument/2006/relationships/tags" Target="../tags/tag891.xml"/><Relationship Id="rId30" Type="http://schemas.openxmlformats.org/officeDocument/2006/relationships/tags" Target="../tags/tag890.xml"/><Relationship Id="rId3" Type="http://schemas.openxmlformats.org/officeDocument/2006/relationships/tags" Target="../tags/tag869.xml"/><Relationship Id="rId29" Type="http://schemas.openxmlformats.org/officeDocument/2006/relationships/tags" Target="../tags/tag889.xml"/><Relationship Id="rId28" Type="http://schemas.openxmlformats.org/officeDocument/2006/relationships/tags" Target="../tags/tag888.xml"/><Relationship Id="rId27" Type="http://schemas.openxmlformats.org/officeDocument/2006/relationships/tags" Target="../tags/tag887.xml"/><Relationship Id="rId26" Type="http://schemas.openxmlformats.org/officeDocument/2006/relationships/tags" Target="../tags/tag886.xml"/><Relationship Id="rId25" Type="http://schemas.openxmlformats.org/officeDocument/2006/relationships/tags" Target="../tags/tag885.xml"/><Relationship Id="rId24" Type="http://schemas.openxmlformats.org/officeDocument/2006/relationships/tags" Target="../tags/tag884.xml"/><Relationship Id="rId23" Type="http://schemas.openxmlformats.org/officeDocument/2006/relationships/tags" Target="../tags/tag883.xml"/><Relationship Id="rId22" Type="http://schemas.openxmlformats.org/officeDocument/2006/relationships/image" Target="../media/image130.svg"/><Relationship Id="rId21" Type="http://schemas.openxmlformats.org/officeDocument/2006/relationships/image" Target="../media/image129.png"/><Relationship Id="rId20" Type="http://schemas.openxmlformats.org/officeDocument/2006/relationships/tags" Target="../tags/tag882.xml"/><Relationship Id="rId2" Type="http://schemas.openxmlformats.org/officeDocument/2006/relationships/tags" Target="../tags/tag868.xml"/><Relationship Id="rId19" Type="http://schemas.openxmlformats.org/officeDocument/2006/relationships/tags" Target="../tags/tag881.xml"/><Relationship Id="rId18" Type="http://schemas.openxmlformats.org/officeDocument/2006/relationships/tags" Target="../tags/tag880.xml"/><Relationship Id="rId17" Type="http://schemas.openxmlformats.org/officeDocument/2006/relationships/tags" Target="../tags/tag879.xml"/><Relationship Id="rId16" Type="http://schemas.openxmlformats.org/officeDocument/2006/relationships/tags" Target="../tags/tag878.xml"/><Relationship Id="rId15" Type="http://schemas.openxmlformats.org/officeDocument/2006/relationships/tags" Target="../tags/tag877.xml"/><Relationship Id="rId14" Type="http://schemas.openxmlformats.org/officeDocument/2006/relationships/image" Target="../media/image128.svg"/><Relationship Id="rId13" Type="http://schemas.openxmlformats.org/officeDocument/2006/relationships/image" Target="../media/image127.png"/><Relationship Id="rId12" Type="http://schemas.openxmlformats.org/officeDocument/2006/relationships/tags" Target="../tags/tag876.xml"/><Relationship Id="rId11" Type="http://schemas.openxmlformats.org/officeDocument/2006/relationships/tags" Target="../tags/tag875.xml"/><Relationship Id="rId10" Type="http://schemas.openxmlformats.org/officeDocument/2006/relationships/tags" Target="../tags/tag874.xml"/><Relationship Id="rId1" Type="http://schemas.openxmlformats.org/officeDocument/2006/relationships/tags" Target="../tags/tag86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927.xml"/><Relationship Id="rId2" Type="http://schemas.openxmlformats.org/officeDocument/2006/relationships/tags" Target="../tags/tag926.xml"/><Relationship Id="rId1" Type="http://schemas.openxmlformats.org/officeDocument/2006/relationships/tags" Target="../tags/tag9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2026/06/02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WeLink即时通讯系统项目汇报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汇报人：刘玉坤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目录</a:t>
            </a:r>
            <a:endParaRPr sz="28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  <a:effectLst>
            <a:outerShdw blurRad="142875" algn="ctr" rotWithShape="0">
              <a:srgbClr val="233752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软件概述</a:t>
            </a:r>
            <a:endParaRPr sz="165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  <a:effectLst>
            <a:outerShdw blurRad="142875" algn="ctr" rotWithShape="0">
              <a:srgbClr val="233752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消息链路深度分析</a:t>
            </a:r>
            <a:endParaRPr sz="165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  <a:effectLst>
            <a:outerShdw blurRad="142875" algn="ctr" rotWithShape="0">
              <a:srgbClr val="233752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测试评估</a:t>
            </a:r>
            <a:endParaRPr sz="165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  <a:effectLst>
            <a:outerShdw blurRad="142875" algn="ctr" rotWithShape="0">
              <a:srgbClr val="233752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总结</a:t>
            </a:r>
            <a:endParaRPr sz="165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96202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116CEE">
                    <a:alpha val="80000"/>
                  </a:srgbClr>
                </a:solidFill>
                <a:latin typeface="MiSans" panose="00000500000000000000" charset="-122"/>
                <a:ea typeface="MiSans" panose="00000500000000000000" charset="-122"/>
              </a:rPr>
              <a:t>01</a:t>
            </a:r>
            <a:endParaRPr sz="3000" b="1">
              <a:solidFill>
                <a:srgbClr val="116CEE">
                  <a:alpha val="80000"/>
                </a:srgbClr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646747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116CEE">
                    <a:alpha val="80000"/>
                  </a:srgbClr>
                </a:solidFill>
                <a:latin typeface="MiSans" panose="00000500000000000000" charset="-122"/>
                <a:ea typeface="MiSans" panose="00000500000000000000" charset="-122"/>
              </a:rPr>
              <a:t>02</a:t>
            </a:r>
            <a:endParaRPr sz="3000" b="1">
              <a:solidFill>
                <a:srgbClr val="116CEE">
                  <a:alpha val="80000"/>
                </a:srgbClr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96202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116CEE">
                    <a:alpha val="80000"/>
                  </a:srgbClr>
                </a:solidFill>
                <a:latin typeface="MiSans" panose="00000500000000000000" charset="-122"/>
                <a:ea typeface="MiSans" panose="00000500000000000000" charset="-122"/>
              </a:rPr>
              <a:t>03</a:t>
            </a:r>
            <a:endParaRPr sz="3000" b="1">
              <a:solidFill>
                <a:srgbClr val="116CEE">
                  <a:alpha val="80000"/>
                </a:srgbClr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646747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116CEE">
                    <a:alpha val="80000"/>
                  </a:srgbClr>
                </a:solidFill>
                <a:latin typeface="MiSans" panose="00000500000000000000" charset="-122"/>
                <a:ea typeface="MiSans" panose="00000500000000000000" charset="-122"/>
              </a:rPr>
              <a:t>04</a:t>
            </a:r>
            <a:endParaRPr sz="3000" b="1">
              <a:solidFill>
                <a:srgbClr val="116CEE">
                  <a:alpha val="80000"/>
                </a:srgbClr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软件概述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01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核心功能模块</a:t>
            </a:r>
            <a:endParaRPr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785620" y="1104900"/>
            <a:ext cx="2058035" cy="633095"/>
          </a:xfrm>
          <a:custGeom>
            <a:avLst/>
            <a:gdLst>
              <a:gd name="sw" fmla="*/ 1 w 3240"/>
              <a:gd name="sh" fmla="*/ 1 h 997"/>
              <a:gd name="mins" fmla="min sw sh"/>
              <a:gd name="dsw" fmla="+- 0 sw mins"/>
              <a:gd name="dsh" fmla="+- 0 sh mins"/>
              <a:gd name="p0x0" fmla="*/ 498 w 3240"/>
              <a:gd name="p0y0" fmla="*/ 0 h 997"/>
              <a:gd name="p0x1" fmla="*/ 2741 w 3240"/>
              <a:gd name="p0y1" fmla="*/ 0 h 997"/>
              <a:gd name="p0x2" fmla="*/ 3016 w 3240"/>
              <a:gd name="p0y2" fmla="*/ 0 h 997"/>
              <a:gd name="p0x3" fmla="*/ 3240 w 3240"/>
              <a:gd name="p0y3" fmla="*/ 223 h 997"/>
              <a:gd name="p0x4" fmla="*/ 3240 w 3240"/>
              <a:gd name="p0y4" fmla="*/ 498 h 997"/>
              <a:gd name="p0x5" fmla="*/ 3240 w 3240"/>
              <a:gd name="p0y5" fmla="*/ 774 h 997"/>
              <a:gd name="p0x6" fmla="*/ 3016 w 3240"/>
              <a:gd name="p0y6" fmla="*/ 997 h 997"/>
              <a:gd name="p0x7" fmla="*/ 2741 w 3240"/>
              <a:gd name="p0y7" fmla="*/ 997 h 997"/>
              <a:gd name="p0x8" fmla="*/ 498 w 3240"/>
              <a:gd name="p0y8" fmla="*/ 997 h 997"/>
              <a:gd name="p0x9" fmla="*/ 223 w 3240"/>
              <a:gd name="p0y9" fmla="*/ 997 h 997"/>
              <a:gd name="p0x10" fmla="*/ 0 w 3240"/>
              <a:gd name="p0y10" fmla="*/ 774 h 997"/>
              <a:gd name="p0x11" fmla="*/ 0 w 3240"/>
              <a:gd name="p0y11" fmla="*/ 498 h 997"/>
              <a:gd name="p0x12" fmla="*/ 0 w 3240"/>
              <a:gd name="p0y12" fmla="*/ 223 h 997"/>
              <a:gd name="p0x13" fmla="*/ 223 w 3240"/>
              <a:gd name="p0y13" fmla="*/ 0 h 997"/>
              <a:gd name="p0x14" fmla="*/ 498 w 3240"/>
              <a:gd name="p0y14" fmla="*/ 0 h 9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014833" y="1219200"/>
            <a:ext cx="1219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万人级</a:t>
            </a:r>
            <a:endParaRPr sz="24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005433" y="13716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在线用户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248910" y="1104900"/>
            <a:ext cx="1905000" cy="633095"/>
          </a:xfrm>
          <a:custGeom>
            <a:avLst/>
            <a:gdLst>
              <a:gd name="sw" fmla="*/ 1 w 3000"/>
              <a:gd name="sh" fmla="*/ 1 h 997"/>
              <a:gd name="mins" fmla="min sw sh"/>
              <a:gd name="dsw" fmla="+- 0 sw mins"/>
              <a:gd name="dsh" fmla="+- 0 sh mins"/>
              <a:gd name="p0x0" fmla="*/ 498 w 3000"/>
              <a:gd name="p0y0" fmla="*/ 0 h 997"/>
              <a:gd name="p0x1" fmla="*/ 2501 w 3000"/>
              <a:gd name="p0y1" fmla="*/ 0 h 997"/>
              <a:gd name="p0x2" fmla="*/ 2776 w 3000"/>
              <a:gd name="p0y2" fmla="*/ 0 h 997"/>
              <a:gd name="p0x3" fmla="*/ 3000 w 3000"/>
              <a:gd name="p0y3" fmla="*/ 223 h 997"/>
              <a:gd name="p0x4" fmla="*/ 3000 w 3000"/>
              <a:gd name="p0y4" fmla="*/ 498 h 997"/>
              <a:gd name="p0x5" fmla="*/ 3000 w 3000"/>
              <a:gd name="p0y5" fmla="*/ 774 h 997"/>
              <a:gd name="p0x6" fmla="*/ 2776 w 3000"/>
              <a:gd name="p0y6" fmla="*/ 997 h 997"/>
              <a:gd name="p0x7" fmla="*/ 2501 w 3000"/>
              <a:gd name="p0y7" fmla="*/ 997 h 997"/>
              <a:gd name="p0x8" fmla="*/ 498 w 3000"/>
              <a:gd name="p0y8" fmla="*/ 997 h 997"/>
              <a:gd name="p0x9" fmla="*/ 223 w 3000"/>
              <a:gd name="p0y9" fmla="*/ 997 h 997"/>
              <a:gd name="p0x10" fmla="*/ 0 w 3000"/>
              <a:gd name="p0y10" fmla="*/ 774 h 997"/>
              <a:gd name="p0x11" fmla="*/ 0 w 3000"/>
              <a:gd name="p0y11" fmla="*/ 498 h 997"/>
              <a:gd name="p0x12" fmla="*/ 0 w 3000"/>
              <a:gd name="p0y12" fmla="*/ 223 h 997"/>
              <a:gd name="p0x13" fmla="*/ 223 w 3000"/>
              <a:gd name="p0y13" fmla="*/ 0 h 997"/>
              <a:gd name="p0x14" fmla="*/ 498 w 3000"/>
              <a:gd name="p0y14" fmla="*/ 0 h 9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477542" y="1219200"/>
            <a:ext cx="9144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万级</a:t>
            </a:r>
            <a:endParaRPr sz="24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163342" y="137160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消息吞吐量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8559165" y="1104900"/>
            <a:ext cx="1846580" cy="633095"/>
          </a:xfrm>
          <a:custGeom>
            <a:avLst/>
            <a:gdLst>
              <a:gd name="sw" fmla="*/ 1 w 2907"/>
              <a:gd name="sh" fmla="*/ 1 h 997"/>
              <a:gd name="mins" fmla="min sw sh"/>
              <a:gd name="dsw" fmla="+- 0 sw mins"/>
              <a:gd name="dsh" fmla="+- 0 sh mins"/>
              <a:gd name="p0x0" fmla="*/ 498 w 2907"/>
              <a:gd name="p0y0" fmla="*/ 0 h 997"/>
              <a:gd name="p0x1" fmla="*/ 2409 w 2907"/>
              <a:gd name="p0y1" fmla="*/ 0 h 997"/>
              <a:gd name="p0x2" fmla="*/ 2684 w 2907"/>
              <a:gd name="p0y2" fmla="*/ 0 h 997"/>
              <a:gd name="p0x3" fmla="*/ 2907 w 2907"/>
              <a:gd name="p0y3" fmla="*/ 223 h 997"/>
              <a:gd name="p0x4" fmla="*/ 2907 w 2907"/>
              <a:gd name="p0y4" fmla="*/ 498 h 997"/>
              <a:gd name="p0x5" fmla="*/ 2907 w 2907"/>
              <a:gd name="p0y5" fmla="*/ 774 h 997"/>
              <a:gd name="p0x6" fmla="*/ 2684 w 2907"/>
              <a:gd name="p0y6" fmla="*/ 997 h 997"/>
              <a:gd name="p0x7" fmla="*/ 2409 w 2907"/>
              <a:gd name="p0y7" fmla="*/ 997 h 997"/>
              <a:gd name="p0x8" fmla="*/ 498 w 2907"/>
              <a:gd name="p0y8" fmla="*/ 997 h 997"/>
              <a:gd name="p0x9" fmla="*/ 223 w 2907"/>
              <a:gd name="p0y9" fmla="*/ 997 h 997"/>
              <a:gd name="p0x10" fmla="*/ 0 w 2907"/>
              <a:gd name="p0y10" fmla="*/ 774 h 997"/>
              <a:gd name="p0x11" fmla="*/ 0 w 2907"/>
              <a:gd name="p0y11" fmla="*/ 498 h 997"/>
              <a:gd name="p0x12" fmla="*/ 0 w 2907"/>
              <a:gd name="p0y12" fmla="*/ 223 h 997"/>
              <a:gd name="p0x13" fmla="*/ 223 w 2907"/>
              <a:gd name="p0y13" fmla="*/ 0 h 997"/>
              <a:gd name="p0x14" fmla="*/ 498 w 2907"/>
              <a:gd name="p0y14" fmla="*/ 0 h 9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787850" y="1219200"/>
            <a:ext cx="1065609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24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8</a:t>
            </a:r>
            <a:r>
              <a:rPr lang="zh-CN" altLang="en-US" sz="24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×</a:t>
            </a:r>
            <a:r>
              <a:rPr lang="en-US" altLang="zh-CN" sz="24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64</a:t>
            </a:r>
            <a:endParaRPr lang="en-US" altLang="zh-CN" sz="24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9624860" y="1371600"/>
            <a:ext cx="7046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分片×表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575945" y="1933575"/>
            <a:ext cx="2609850" cy="3490595"/>
          </a:xfrm>
          <a:custGeom>
            <a:avLst/>
            <a:gdLst>
              <a:gd name="sw" fmla="*/ 1 w 4110"/>
              <a:gd name="sh" fmla="*/ 1 h 5497"/>
              <a:gd name="mins" fmla="min sw sh"/>
              <a:gd name="dsw" fmla="+- 0 sw mins"/>
              <a:gd name="dsh" fmla="+- 0 sh mins"/>
              <a:gd name="p0x0" fmla="*/ 330 w 4110"/>
              <a:gd name="p0y0" fmla="*/ 0 h 5497"/>
              <a:gd name="p0x1" fmla="*/ 3780 w 4110"/>
              <a:gd name="p0y1" fmla="*/ 0 h 5497"/>
              <a:gd name="p0x2" fmla="*/ 3962 w 4110"/>
              <a:gd name="p0y2" fmla="*/ 0 h 5497"/>
              <a:gd name="p0x3" fmla="*/ 4110 w 4110"/>
              <a:gd name="p0y3" fmla="*/ 147 h 5497"/>
              <a:gd name="p0x4" fmla="*/ 4110 w 4110"/>
              <a:gd name="p0y4" fmla="*/ 330 h 5497"/>
              <a:gd name="p0x5" fmla="*/ 4110 w 4110"/>
              <a:gd name="p0y5" fmla="*/ 5167 h 5497"/>
              <a:gd name="p0x6" fmla="*/ 4110 w 4110"/>
              <a:gd name="p0y6" fmla="*/ 5349 h 5497"/>
              <a:gd name="p0x7" fmla="*/ 3962 w 4110"/>
              <a:gd name="p0y7" fmla="*/ 5497 h 5497"/>
              <a:gd name="p0x8" fmla="*/ 3780 w 4110"/>
              <a:gd name="p0y8" fmla="*/ 5497 h 5497"/>
              <a:gd name="p0x9" fmla="*/ 330 w 4110"/>
              <a:gd name="p0y9" fmla="*/ 5497 h 5497"/>
              <a:gd name="p0x10" fmla="*/ 147 w 4110"/>
              <a:gd name="p0y10" fmla="*/ 5497 h 5497"/>
              <a:gd name="p0x11" fmla="*/ 0 w 4110"/>
              <a:gd name="p0y11" fmla="*/ 5349 h 5497"/>
              <a:gd name="p0x12" fmla="*/ 0 w 4110"/>
              <a:gd name="p0y12" fmla="*/ 5167 h 5497"/>
              <a:gd name="p0x13" fmla="*/ 0 w 4110"/>
              <a:gd name="p0y13" fmla="*/ 330 h 5497"/>
              <a:gd name="p0x14" fmla="*/ 0 w 4110"/>
              <a:gd name="p0y14" fmla="*/ 147 h 5497"/>
              <a:gd name="p0x15" fmla="*/ 147 w 4110"/>
              <a:gd name="p0y15" fmla="*/ 0 h 5497"/>
              <a:gd name="p0x16" fmla="*/ 330 w 4110"/>
              <a:gd name="p0y16" fmla="*/ 0 h 54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71525" y="3469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5556" t="-2632" r="-5556" b="-2632"/>
          <a:stretch>
            <a:fillRect/>
          </a:stretch>
        </p:blipFill>
        <p:spPr>
          <a:xfrm>
            <a:off x="885825" y="3583305"/>
            <a:ext cx="190500" cy="1905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343025" y="2942330"/>
            <a:ext cx="1828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用户注册与认证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1343025" y="3303327"/>
            <a:ext cx="1647825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JWT Token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对，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AccessToken 2h + RefreshToken 7d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，支持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Token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刷新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3385820" y="1933575"/>
            <a:ext cx="2609850" cy="3490595"/>
          </a:xfrm>
          <a:custGeom>
            <a:avLst/>
            <a:gdLst>
              <a:gd name="sw" fmla="*/ 1 w 4110"/>
              <a:gd name="sh" fmla="*/ 1 h 5497"/>
              <a:gd name="mins" fmla="min sw sh"/>
              <a:gd name="dsw" fmla="+- 0 sw mins"/>
              <a:gd name="dsh" fmla="+- 0 sh mins"/>
              <a:gd name="p0x0" fmla="*/ 330 w 4110"/>
              <a:gd name="p0y0" fmla="*/ 0 h 5497"/>
              <a:gd name="p0x1" fmla="*/ 3780 w 4110"/>
              <a:gd name="p0y1" fmla="*/ 0 h 5497"/>
              <a:gd name="p0x2" fmla="*/ 3962 w 4110"/>
              <a:gd name="p0y2" fmla="*/ 0 h 5497"/>
              <a:gd name="p0x3" fmla="*/ 4110 w 4110"/>
              <a:gd name="p0y3" fmla="*/ 147 h 5497"/>
              <a:gd name="p0x4" fmla="*/ 4110 w 4110"/>
              <a:gd name="p0y4" fmla="*/ 330 h 5497"/>
              <a:gd name="p0x5" fmla="*/ 4110 w 4110"/>
              <a:gd name="p0y5" fmla="*/ 5167 h 5497"/>
              <a:gd name="p0x6" fmla="*/ 4110 w 4110"/>
              <a:gd name="p0y6" fmla="*/ 5349 h 5497"/>
              <a:gd name="p0x7" fmla="*/ 3962 w 4110"/>
              <a:gd name="p0y7" fmla="*/ 5497 h 5497"/>
              <a:gd name="p0x8" fmla="*/ 3780 w 4110"/>
              <a:gd name="p0y8" fmla="*/ 5497 h 5497"/>
              <a:gd name="p0x9" fmla="*/ 330 w 4110"/>
              <a:gd name="p0y9" fmla="*/ 5497 h 5497"/>
              <a:gd name="p0x10" fmla="*/ 147 w 4110"/>
              <a:gd name="p0y10" fmla="*/ 5497 h 5497"/>
              <a:gd name="p0x11" fmla="*/ 0 w 4110"/>
              <a:gd name="p0y11" fmla="*/ 5349 h 5497"/>
              <a:gd name="p0x12" fmla="*/ 0 w 4110"/>
              <a:gd name="p0y12" fmla="*/ 5167 h 5497"/>
              <a:gd name="p0x13" fmla="*/ 0 w 4110"/>
              <a:gd name="p0y13" fmla="*/ 330 h 5497"/>
              <a:gd name="p0x14" fmla="*/ 0 w 4110"/>
              <a:gd name="p0y14" fmla="*/ 147 h 5497"/>
              <a:gd name="p0x15" fmla="*/ 147 w 4110"/>
              <a:gd name="p0y15" fmla="*/ 0 h 5497"/>
              <a:gd name="p0x16" fmla="*/ 330 w 4110"/>
              <a:gd name="p0y16" fmla="*/ 0 h 54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3581400" y="3469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6167" r="-6167"/>
          <a:stretch>
            <a:fillRect/>
          </a:stretch>
        </p:blipFill>
        <p:spPr>
          <a:xfrm>
            <a:off x="3683635" y="3583305"/>
            <a:ext cx="213995" cy="190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152900" y="2942330"/>
            <a:ext cx="16478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私聊消息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4152900" y="3303327"/>
            <a:ext cx="1647825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文本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图片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文件，已读回执、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2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分钟撤回、幂等去重、多设备同步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6195695" y="1933575"/>
            <a:ext cx="2609850" cy="3490595"/>
          </a:xfrm>
          <a:custGeom>
            <a:avLst/>
            <a:gdLst>
              <a:gd name="sw" fmla="*/ 1 w 4110"/>
              <a:gd name="sh" fmla="*/ 1 h 5497"/>
              <a:gd name="mins" fmla="min sw sh"/>
              <a:gd name="dsw" fmla="+- 0 sw mins"/>
              <a:gd name="dsh" fmla="+- 0 sh mins"/>
              <a:gd name="p0x0" fmla="*/ 330 w 4110"/>
              <a:gd name="p0y0" fmla="*/ 0 h 5497"/>
              <a:gd name="p0x1" fmla="*/ 3780 w 4110"/>
              <a:gd name="p0y1" fmla="*/ 0 h 5497"/>
              <a:gd name="p0x2" fmla="*/ 3962 w 4110"/>
              <a:gd name="p0y2" fmla="*/ 0 h 5497"/>
              <a:gd name="p0x3" fmla="*/ 4110 w 4110"/>
              <a:gd name="p0y3" fmla="*/ 147 h 5497"/>
              <a:gd name="p0x4" fmla="*/ 4110 w 4110"/>
              <a:gd name="p0y4" fmla="*/ 330 h 5497"/>
              <a:gd name="p0x5" fmla="*/ 4110 w 4110"/>
              <a:gd name="p0y5" fmla="*/ 5167 h 5497"/>
              <a:gd name="p0x6" fmla="*/ 4110 w 4110"/>
              <a:gd name="p0y6" fmla="*/ 5349 h 5497"/>
              <a:gd name="p0x7" fmla="*/ 3962 w 4110"/>
              <a:gd name="p0y7" fmla="*/ 5497 h 5497"/>
              <a:gd name="p0x8" fmla="*/ 3780 w 4110"/>
              <a:gd name="p0y8" fmla="*/ 5497 h 5497"/>
              <a:gd name="p0x9" fmla="*/ 330 w 4110"/>
              <a:gd name="p0y9" fmla="*/ 5497 h 5497"/>
              <a:gd name="p0x10" fmla="*/ 147 w 4110"/>
              <a:gd name="p0y10" fmla="*/ 5497 h 5497"/>
              <a:gd name="p0x11" fmla="*/ 0 w 4110"/>
              <a:gd name="p0y11" fmla="*/ 5349 h 5497"/>
              <a:gd name="p0x12" fmla="*/ 0 w 4110"/>
              <a:gd name="p0y12" fmla="*/ 5167 h 5497"/>
              <a:gd name="p0x13" fmla="*/ 0 w 4110"/>
              <a:gd name="p0y13" fmla="*/ 330 h 5497"/>
              <a:gd name="p0x14" fmla="*/ 0 w 4110"/>
              <a:gd name="p0y14" fmla="*/ 147 h 5497"/>
              <a:gd name="p0x15" fmla="*/ 147 w 4110"/>
              <a:gd name="p0y15" fmla="*/ 0 h 5497"/>
              <a:gd name="p0x16" fmla="*/ 330 w 4110"/>
              <a:gd name="p0y16" fmla="*/ 0 h 54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6391275" y="3469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5556" b="-5556"/>
          <a:stretch>
            <a:fillRect/>
          </a:stretch>
        </p:blipFill>
        <p:spPr>
          <a:xfrm>
            <a:off x="6481445" y="3583305"/>
            <a:ext cx="238125" cy="1905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6962775" y="3079480"/>
            <a:ext cx="16478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群聊消息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6962775" y="3440478"/>
            <a:ext cx="164782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小群写扩散、大群读扩散自适应，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groupSeq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全局递增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9005570" y="1933575"/>
            <a:ext cx="2609850" cy="3490595"/>
          </a:xfrm>
          <a:custGeom>
            <a:avLst/>
            <a:gdLst>
              <a:gd name="sw" fmla="*/ 1 w 4110"/>
              <a:gd name="sh" fmla="*/ 1 h 5497"/>
              <a:gd name="mins" fmla="min sw sh"/>
              <a:gd name="dsw" fmla="+- 0 sw mins"/>
              <a:gd name="dsh" fmla="+- 0 sh mins"/>
              <a:gd name="p0x0" fmla="*/ 330 w 4110"/>
              <a:gd name="p0y0" fmla="*/ 0 h 5497"/>
              <a:gd name="p0x1" fmla="*/ 3780 w 4110"/>
              <a:gd name="p0y1" fmla="*/ 0 h 5497"/>
              <a:gd name="p0x2" fmla="*/ 3962 w 4110"/>
              <a:gd name="p0y2" fmla="*/ 0 h 5497"/>
              <a:gd name="p0x3" fmla="*/ 4110 w 4110"/>
              <a:gd name="p0y3" fmla="*/ 147 h 5497"/>
              <a:gd name="p0x4" fmla="*/ 4110 w 4110"/>
              <a:gd name="p0y4" fmla="*/ 330 h 5497"/>
              <a:gd name="p0x5" fmla="*/ 4110 w 4110"/>
              <a:gd name="p0y5" fmla="*/ 5167 h 5497"/>
              <a:gd name="p0x6" fmla="*/ 4110 w 4110"/>
              <a:gd name="p0y6" fmla="*/ 5349 h 5497"/>
              <a:gd name="p0x7" fmla="*/ 3962 w 4110"/>
              <a:gd name="p0y7" fmla="*/ 5497 h 5497"/>
              <a:gd name="p0x8" fmla="*/ 3780 w 4110"/>
              <a:gd name="p0y8" fmla="*/ 5497 h 5497"/>
              <a:gd name="p0x9" fmla="*/ 330 w 4110"/>
              <a:gd name="p0y9" fmla="*/ 5497 h 5497"/>
              <a:gd name="p0x10" fmla="*/ 147 w 4110"/>
              <a:gd name="p0y10" fmla="*/ 5497 h 5497"/>
              <a:gd name="p0x11" fmla="*/ 0 w 4110"/>
              <a:gd name="p0y11" fmla="*/ 5349 h 5497"/>
              <a:gd name="p0x12" fmla="*/ 0 w 4110"/>
              <a:gd name="p0y12" fmla="*/ 5167 h 5497"/>
              <a:gd name="p0x13" fmla="*/ 0 w 4110"/>
              <a:gd name="p0y13" fmla="*/ 330 h 5497"/>
              <a:gd name="p0x14" fmla="*/ 0 w 4110"/>
              <a:gd name="p0y14" fmla="*/ 147 h 5497"/>
              <a:gd name="p0x15" fmla="*/ 147 w 4110"/>
              <a:gd name="p0y15" fmla="*/ 0 h 5497"/>
              <a:gd name="p0x16" fmla="*/ 330 w 4110"/>
              <a:gd name="p0y16" fmla="*/ 0 h 54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9201150" y="34690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147" r="-4147"/>
          <a:stretch>
            <a:fillRect/>
          </a:stretch>
        </p:blipFill>
        <p:spPr>
          <a:xfrm>
            <a:off x="9326880" y="3583305"/>
            <a:ext cx="167005" cy="1905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9772650" y="2942330"/>
            <a:ext cx="16478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连接管理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8"/>
            </p:custDataLst>
          </p:nvPr>
        </p:nvSpPr>
        <p:spPr>
          <a:xfrm>
            <a:off x="9772650" y="3303327"/>
            <a:ext cx="1647825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Netty WebSocket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长连接，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JWT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认证、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30s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心跳、设备踢旧、自动重连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9"/>
            </p:custDataLst>
          </p:nvPr>
        </p:nvSpPr>
        <p:spPr>
          <a:xfrm>
            <a:off x="575945" y="5624195"/>
            <a:ext cx="3546475" cy="847725"/>
          </a:xfrm>
          <a:custGeom>
            <a:avLst/>
            <a:gdLst>
              <a:gd name="sw" fmla="*/ 1 w 5585"/>
              <a:gd name="sh" fmla="*/ 1 h 1335"/>
              <a:gd name="mins" fmla="min sw sh"/>
              <a:gd name="dsw" fmla="+- 0 sw mins"/>
              <a:gd name="dsh" fmla="+- 0 sh mins"/>
              <a:gd name="p0x0" fmla="*/ 330 w 5585"/>
              <a:gd name="p0y0" fmla="*/ 0 h 1335"/>
              <a:gd name="p0x1" fmla="*/ 5255 w 5585"/>
              <a:gd name="p0y1" fmla="*/ 0 h 1335"/>
              <a:gd name="p0x2" fmla="*/ 5437 w 5585"/>
              <a:gd name="p0y2" fmla="*/ 0 h 1335"/>
              <a:gd name="p0x3" fmla="*/ 5585 w 5585"/>
              <a:gd name="p0y3" fmla="*/ 147 h 1335"/>
              <a:gd name="p0x4" fmla="*/ 5585 w 5585"/>
              <a:gd name="p0y4" fmla="*/ 330 h 1335"/>
              <a:gd name="p0x5" fmla="*/ 5585 w 5585"/>
              <a:gd name="p0y5" fmla="*/ 1005 h 1335"/>
              <a:gd name="p0x6" fmla="*/ 5585 w 5585"/>
              <a:gd name="p0y6" fmla="*/ 1187 h 1335"/>
              <a:gd name="p0x7" fmla="*/ 5437 w 5585"/>
              <a:gd name="p0y7" fmla="*/ 1335 h 1335"/>
              <a:gd name="p0x8" fmla="*/ 5255 w 5585"/>
              <a:gd name="p0y8" fmla="*/ 1335 h 1335"/>
              <a:gd name="p0x9" fmla="*/ 330 w 5585"/>
              <a:gd name="p0y9" fmla="*/ 1335 h 1335"/>
              <a:gd name="p0x10" fmla="*/ 147 w 5585"/>
              <a:gd name="p0y10" fmla="*/ 1335 h 1335"/>
              <a:gd name="p0x11" fmla="*/ 0 w 5585"/>
              <a:gd name="p0y11" fmla="*/ 1187 h 1335"/>
              <a:gd name="p0x12" fmla="*/ 0 w 5585"/>
              <a:gd name="p0y12" fmla="*/ 1005 h 1335"/>
              <a:gd name="p0x13" fmla="*/ 0 w 5585"/>
              <a:gd name="p0y13" fmla="*/ 330 h 1335"/>
              <a:gd name="p0x14" fmla="*/ 0 w 5585"/>
              <a:gd name="p0y14" fmla="*/ 147 h 1335"/>
              <a:gd name="p0x15" fmla="*/ 147 w 5585"/>
              <a:gd name="p0y15" fmla="*/ 0 h 1335"/>
              <a:gd name="p0x16" fmla="*/ 330 w 558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40"/>
            </p:custDataLst>
          </p:nvPr>
        </p:nvSpPr>
        <p:spPr>
          <a:xfrm>
            <a:off x="771525" y="5838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885825" y="5953125"/>
            <a:ext cx="190500" cy="1905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4"/>
            </p:custDataLst>
          </p:nvPr>
        </p:nvSpPr>
        <p:spPr>
          <a:xfrm>
            <a:off x="1304925" y="5712619"/>
            <a:ext cx="262257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好友关系</a:t>
            </a:r>
            <a:endParaRPr lang="zh-CN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5"/>
            </p:custDataLst>
          </p:nvPr>
        </p:nvSpPr>
        <p:spPr>
          <a:xfrm>
            <a:off x="1304925" y="5994559"/>
            <a:ext cx="2622575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好友申请、接受、拒绝、删除，幂等控制</a:t>
            </a:r>
            <a:endParaRPr lang="zh-CN" altLang="en-US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6"/>
            </p:custDataLst>
          </p:nvPr>
        </p:nvSpPr>
        <p:spPr>
          <a:xfrm>
            <a:off x="4322445" y="5624195"/>
            <a:ext cx="3546475" cy="847725"/>
          </a:xfrm>
          <a:custGeom>
            <a:avLst/>
            <a:gdLst>
              <a:gd name="sw" fmla="*/ 1 w 5585"/>
              <a:gd name="sh" fmla="*/ 1 h 1335"/>
              <a:gd name="mins" fmla="min sw sh"/>
              <a:gd name="dsw" fmla="+- 0 sw mins"/>
              <a:gd name="dsh" fmla="+- 0 sh mins"/>
              <a:gd name="p0x0" fmla="*/ 330 w 5585"/>
              <a:gd name="p0y0" fmla="*/ 0 h 1335"/>
              <a:gd name="p0x1" fmla="*/ 5255 w 5585"/>
              <a:gd name="p0y1" fmla="*/ 0 h 1335"/>
              <a:gd name="p0x2" fmla="*/ 5437 w 5585"/>
              <a:gd name="p0y2" fmla="*/ 0 h 1335"/>
              <a:gd name="p0x3" fmla="*/ 5585 w 5585"/>
              <a:gd name="p0y3" fmla="*/ 147 h 1335"/>
              <a:gd name="p0x4" fmla="*/ 5585 w 5585"/>
              <a:gd name="p0y4" fmla="*/ 330 h 1335"/>
              <a:gd name="p0x5" fmla="*/ 5585 w 5585"/>
              <a:gd name="p0y5" fmla="*/ 1005 h 1335"/>
              <a:gd name="p0x6" fmla="*/ 5585 w 5585"/>
              <a:gd name="p0y6" fmla="*/ 1187 h 1335"/>
              <a:gd name="p0x7" fmla="*/ 5437 w 5585"/>
              <a:gd name="p0y7" fmla="*/ 1335 h 1335"/>
              <a:gd name="p0x8" fmla="*/ 5255 w 5585"/>
              <a:gd name="p0y8" fmla="*/ 1335 h 1335"/>
              <a:gd name="p0x9" fmla="*/ 330 w 5585"/>
              <a:gd name="p0y9" fmla="*/ 1335 h 1335"/>
              <a:gd name="p0x10" fmla="*/ 147 w 5585"/>
              <a:gd name="p0y10" fmla="*/ 1335 h 1335"/>
              <a:gd name="p0x11" fmla="*/ 0 w 5585"/>
              <a:gd name="p0y11" fmla="*/ 1187 h 1335"/>
              <a:gd name="p0x12" fmla="*/ 0 w 5585"/>
              <a:gd name="p0y12" fmla="*/ 1005 h 1335"/>
              <a:gd name="p0x13" fmla="*/ 0 w 5585"/>
              <a:gd name="p0y13" fmla="*/ 330 h 1335"/>
              <a:gd name="p0x14" fmla="*/ 0 w 5585"/>
              <a:gd name="p0y14" fmla="*/ 147 h 1335"/>
              <a:gd name="p0x15" fmla="*/ 147 w 5585"/>
              <a:gd name="p0y15" fmla="*/ 0 h 1335"/>
              <a:gd name="p0x16" fmla="*/ 330 w 558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47"/>
            </p:custDataLst>
          </p:nvPr>
        </p:nvSpPr>
        <p:spPr>
          <a:xfrm>
            <a:off x="4518025" y="5838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4655820" y="5953125"/>
            <a:ext cx="142875" cy="19050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1"/>
            </p:custDataLst>
          </p:nvPr>
        </p:nvSpPr>
        <p:spPr>
          <a:xfrm>
            <a:off x="5051451" y="5712619"/>
            <a:ext cx="262257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文件传输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52"/>
            </p:custDataLst>
          </p:nvPr>
        </p:nvSpPr>
        <p:spPr>
          <a:xfrm>
            <a:off x="5051451" y="5994559"/>
            <a:ext cx="2622575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MinIO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对象存储，预签名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URL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直传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下载，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L4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降级禁用</a:t>
            </a:r>
            <a:endParaRPr lang="zh-CN" altLang="en-US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53"/>
            </p:custDataLst>
          </p:nvPr>
        </p:nvSpPr>
        <p:spPr>
          <a:xfrm>
            <a:off x="8068945" y="5624195"/>
            <a:ext cx="3546475" cy="847725"/>
          </a:xfrm>
          <a:custGeom>
            <a:avLst/>
            <a:gdLst>
              <a:gd name="sw" fmla="*/ 1 w 5585"/>
              <a:gd name="sh" fmla="*/ 1 h 1335"/>
              <a:gd name="mins" fmla="min sw sh"/>
              <a:gd name="dsw" fmla="+- 0 sw mins"/>
              <a:gd name="dsh" fmla="+- 0 sh mins"/>
              <a:gd name="p0x0" fmla="*/ 330 w 5585"/>
              <a:gd name="p0y0" fmla="*/ 0 h 1335"/>
              <a:gd name="p0x1" fmla="*/ 5255 w 5585"/>
              <a:gd name="p0y1" fmla="*/ 0 h 1335"/>
              <a:gd name="p0x2" fmla="*/ 5437 w 5585"/>
              <a:gd name="p0y2" fmla="*/ 0 h 1335"/>
              <a:gd name="p0x3" fmla="*/ 5585 w 5585"/>
              <a:gd name="p0y3" fmla="*/ 147 h 1335"/>
              <a:gd name="p0x4" fmla="*/ 5585 w 5585"/>
              <a:gd name="p0y4" fmla="*/ 330 h 1335"/>
              <a:gd name="p0x5" fmla="*/ 5585 w 5585"/>
              <a:gd name="p0y5" fmla="*/ 1005 h 1335"/>
              <a:gd name="p0x6" fmla="*/ 5585 w 5585"/>
              <a:gd name="p0y6" fmla="*/ 1187 h 1335"/>
              <a:gd name="p0x7" fmla="*/ 5437 w 5585"/>
              <a:gd name="p0y7" fmla="*/ 1335 h 1335"/>
              <a:gd name="p0x8" fmla="*/ 5255 w 5585"/>
              <a:gd name="p0y8" fmla="*/ 1335 h 1335"/>
              <a:gd name="p0x9" fmla="*/ 330 w 5585"/>
              <a:gd name="p0y9" fmla="*/ 1335 h 1335"/>
              <a:gd name="p0x10" fmla="*/ 147 w 5585"/>
              <a:gd name="p0y10" fmla="*/ 1335 h 1335"/>
              <a:gd name="p0x11" fmla="*/ 0 w 5585"/>
              <a:gd name="p0y11" fmla="*/ 1187 h 1335"/>
              <a:gd name="p0x12" fmla="*/ 0 w 5585"/>
              <a:gd name="p0y12" fmla="*/ 1005 h 1335"/>
              <a:gd name="p0x13" fmla="*/ 0 w 5585"/>
              <a:gd name="p0y13" fmla="*/ 330 h 1335"/>
              <a:gd name="p0x14" fmla="*/ 0 w 5585"/>
              <a:gd name="p0y14" fmla="*/ 147 h 1335"/>
              <a:gd name="p0x15" fmla="*/ 147 w 5585"/>
              <a:gd name="p0y15" fmla="*/ 0 h 1335"/>
              <a:gd name="p0x16" fmla="*/ 330 w 558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54"/>
            </p:custDataLst>
          </p:nvPr>
        </p:nvSpPr>
        <p:spPr>
          <a:xfrm>
            <a:off x="8264525" y="5838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5556" t="-8824" r="-5556" b="-8824"/>
          <a:stretch>
            <a:fillRect/>
          </a:stretch>
        </p:blipFill>
        <p:spPr>
          <a:xfrm>
            <a:off x="8378825" y="5953125"/>
            <a:ext cx="190500" cy="19050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58"/>
            </p:custDataLst>
          </p:nvPr>
        </p:nvSpPr>
        <p:spPr>
          <a:xfrm>
            <a:off x="8797976" y="5712619"/>
            <a:ext cx="262257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在线状态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59"/>
            </p:custDataLst>
          </p:nvPr>
        </p:nvSpPr>
        <p:spPr>
          <a:xfrm>
            <a:off x="8797976" y="5994559"/>
            <a:ext cx="2622575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好友上下线实时广播，跨实例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同步，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L1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降级关闭</a:t>
            </a:r>
            <a:endParaRPr lang="zh-CN" altLang="en-US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技术栈与系统架构</a:t>
            </a:r>
            <a:endParaRPr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330 w 4970"/>
              <a:gd name="p0y0" fmla="*/ 0 h 8445"/>
              <a:gd name="p0x1" fmla="*/ 4640 w 4970"/>
              <a:gd name="p0y1" fmla="*/ 0 h 8445"/>
              <a:gd name="p0x2" fmla="*/ 4822 w 4970"/>
              <a:gd name="p0y2" fmla="*/ 0 h 8445"/>
              <a:gd name="p0x3" fmla="*/ 4970 w 4970"/>
              <a:gd name="p0y3" fmla="*/ 147 h 8445"/>
              <a:gd name="p0x4" fmla="*/ 4970 w 4970"/>
              <a:gd name="p0y4" fmla="*/ 330 h 8445"/>
              <a:gd name="p0x5" fmla="*/ 4970 w 4970"/>
              <a:gd name="p0y5" fmla="*/ 8115 h 8445"/>
              <a:gd name="p0x6" fmla="*/ 4970 w 4970"/>
              <a:gd name="p0y6" fmla="*/ 8297 h 8445"/>
              <a:gd name="p0x7" fmla="*/ 4822 w 4970"/>
              <a:gd name="p0y7" fmla="*/ 8445 h 8445"/>
              <a:gd name="p0x8" fmla="*/ 4640 w 4970"/>
              <a:gd name="p0y8" fmla="*/ 8445 h 8445"/>
              <a:gd name="p0x9" fmla="*/ 330 w 4970"/>
              <a:gd name="p0y9" fmla="*/ 8445 h 8445"/>
              <a:gd name="p0x10" fmla="*/ 147 w 4970"/>
              <a:gd name="p0y10" fmla="*/ 8445 h 8445"/>
              <a:gd name="p0x11" fmla="*/ 0 w 4970"/>
              <a:gd name="p0y11" fmla="*/ 8297 h 8445"/>
              <a:gd name="p0x12" fmla="*/ 0 w 4970"/>
              <a:gd name="p0y12" fmla="*/ 8115 h 8445"/>
              <a:gd name="p0x13" fmla="*/ 0 w 4970"/>
              <a:gd name="p0y13" fmla="*/ 330 h 8445"/>
              <a:gd name="p0x14" fmla="*/ 0 w 4970"/>
              <a:gd name="p0y14" fmla="*/ 147 h 8445"/>
              <a:gd name="p0x15" fmla="*/ 147 w 4970"/>
              <a:gd name="p0y15" fmla="*/ 0 h 8445"/>
              <a:gd name="p0x16" fmla="*/ 33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304925"/>
            <a:ext cx="276589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前端技术栈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1633220"/>
            <a:ext cx="652145" cy="328930"/>
          </a:xfrm>
          <a:custGeom>
            <a:avLst/>
            <a:gdLst>
              <a:gd name="sw" fmla="*/ 1 w 1027"/>
              <a:gd name="sh" fmla="*/ 1 h 517"/>
              <a:gd name="mins" fmla="min sw sh"/>
              <a:gd name="dsw" fmla="+- 0 sw mins"/>
              <a:gd name="dsh" fmla="+- 0 sh mins"/>
              <a:gd name="p0x0" fmla="*/ 258 w 1027"/>
              <a:gd name="p0y0" fmla="*/ 0 h 517"/>
              <a:gd name="p0x1" fmla="*/ 769 w 1027"/>
              <a:gd name="p0y1" fmla="*/ 0 h 517"/>
              <a:gd name="p0x2" fmla="*/ 912 w 1027"/>
              <a:gd name="p0y2" fmla="*/ 0 h 517"/>
              <a:gd name="p0x3" fmla="*/ 1027 w 1027"/>
              <a:gd name="p0y3" fmla="*/ 115 h 517"/>
              <a:gd name="p0x4" fmla="*/ 1027 w 1027"/>
              <a:gd name="p0y4" fmla="*/ 258 h 517"/>
              <a:gd name="p0x5" fmla="*/ 1027 w 1027"/>
              <a:gd name="p0y5" fmla="*/ 401 h 517"/>
              <a:gd name="p0x6" fmla="*/ 912 w 1027"/>
              <a:gd name="p0y6" fmla="*/ 517 h 517"/>
              <a:gd name="p0x7" fmla="*/ 769 w 1027"/>
              <a:gd name="p0y7" fmla="*/ 517 h 517"/>
              <a:gd name="p0x8" fmla="*/ 258 w 1027"/>
              <a:gd name="p0y8" fmla="*/ 517 h 517"/>
              <a:gd name="p0x9" fmla="*/ 115 w 1027"/>
              <a:gd name="p0y9" fmla="*/ 517 h 517"/>
              <a:gd name="p0x10" fmla="*/ 0 w 1027"/>
              <a:gd name="p0y10" fmla="*/ 401 h 517"/>
              <a:gd name="p0x11" fmla="*/ 0 w 1027"/>
              <a:gd name="p0y11" fmla="*/ 258 h 517"/>
              <a:gd name="p0x12" fmla="*/ 0 w 1027"/>
              <a:gd name="p0y12" fmla="*/ 115 h 517"/>
              <a:gd name="p0x13" fmla="*/ 115 w 1027"/>
              <a:gd name="p0y13" fmla="*/ 0 h 517"/>
              <a:gd name="p0x14" fmla="*/ 258 w 1027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85825" y="1709738"/>
            <a:ext cx="57655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Vue 3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1499870" y="1633220"/>
            <a:ext cx="1177925" cy="328930"/>
          </a:xfrm>
          <a:custGeom>
            <a:avLst/>
            <a:gdLst>
              <a:gd name="sw" fmla="*/ 1 w 1854"/>
              <a:gd name="sh" fmla="*/ 1 h 517"/>
              <a:gd name="mins" fmla="min sw sh"/>
              <a:gd name="dsw" fmla="+- 0 sw mins"/>
              <a:gd name="dsh" fmla="+- 0 sh mins"/>
              <a:gd name="p0x0" fmla="*/ 258 w 1854"/>
              <a:gd name="p0y0" fmla="*/ 0 h 517"/>
              <a:gd name="p0x1" fmla="*/ 1595 w 1854"/>
              <a:gd name="p0y1" fmla="*/ 0 h 517"/>
              <a:gd name="p0x2" fmla="*/ 1738 w 1854"/>
              <a:gd name="p0y2" fmla="*/ 0 h 517"/>
              <a:gd name="p0x3" fmla="*/ 1854 w 1854"/>
              <a:gd name="p0y3" fmla="*/ 115 h 517"/>
              <a:gd name="p0x4" fmla="*/ 1854 w 1854"/>
              <a:gd name="p0y4" fmla="*/ 258 h 517"/>
              <a:gd name="p0x5" fmla="*/ 1854 w 1854"/>
              <a:gd name="p0y5" fmla="*/ 401 h 517"/>
              <a:gd name="p0x6" fmla="*/ 1738 w 1854"/>
              <a:gd name="p0y6" fmla="*/ 517 h 517"/>
              <a:gd name="p0x7" fmla="*/ 1595 w 1854"/>
              <a:gd name="p0y7" fmla="*/ 517 h 517"/>
              <a:gd name="p0x8" fmla="*/ 258 w 1854"/>
              <a:gd name="p0y8" fmla="*/ 517 h 517"/>
              <a:gd name="p0x9" fmla="*/ 115 w 1854"/>
              <a:gd name="p0y9" fmla="*/ 517 h 517"/>
              <a:gd name="p0x10" fmla="*/ 0 w 1854"/>
              <a:gd name="p0y10" fmla="*/ 401 h 517"/>
              <a:gd name="p0x11" fmla="*/ 0 w 1854"/>
              <a:gd name="p0y11" fmla="*/ 258 h 517"/>
              <a:gd name="p0x12" fmla="*/ 0 w 1854"/>
              <a:gd name="p0y12" fmla="*/ 115 h 517"/>
              <a:gd name="p0x13" fmla="*/ 115 w 1854"/>
              <a:gd name="p0y13" fmla="*/ 0 h 517"/>
              <a:gd name="p0x14" fmla="*/ 258 w 1854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614783" y="1709738"/>
            <a:ext cx="110140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Element Plus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2753995" y="1633220"/>
            <a:ext cx="575945" cy="328930"/>
          </a:xfrm>
          <a:custGeom>
            <a:avLst/>
            <a:gdLst>
              <a:gd name="sw" fmla="*/ 1 w 907"/>
              <a:gd name="sh" fmla="*/ 1 h 517"/>
              <a:gd name="mins" fmla="min sw sh"/>
              <a:gd name="dsw" fmla="+- 0 sw mins"/>
              <a:gd name="dsh" fmla="+- 0 sh mins"/>
              <a:gd name="p0x0" fmla="*/ 258 w 907"/>
              <a:gd name="p0y0" fmla="*/ 0 h 517"/>
              <a:gd name="p0x1" fmla="*/ 648 w 907"/>
              <a:gd name="p0y1" fmla="*/ 0 h 517"/>
              <a:gd name="p0x2" fmla="*/ 791 w 907"/>
              <a:gd name="p0y2" fmla="*/ 0 h 517"/>
              <a:gd name="p0x3" fmla="*/ 907 w 907"/>
              <a:gd name="p0y3" fmla="*/ 115 h 517"/>
              <a:gd name="p0x4" fmla="*/ 907 w 907"/>
              <a:gd name="p0y4" fmla="*/ 258 h 517"/>
              <a:gd name="p0x5" fmla="*/ 907 w 907"/>
              <a:gd name="p0y5" fmla="*/ 401 h 517"/>
              <a:gd name="p0x6" fmla="*/ 791 w 907"/>
              <a:gd name="p0y6" fmla="*/ 517 h 517"/>
              <a:gd name="p0x7" fmla="*/ 648 w 907"/>
              <a:gd name="p0y7" fmla="*/ 517 h 517"/>
              <a:gd name="p0x8" fmla="*/ 258 w 907"/>
              <a:gd name="p0y8" fmla="*/ 517 h 517"/>
              <a:gd name="p0x9" fmla="*/ 115 w 907"/>
              <a:gd name="p0y9" fmla="*/ 517 h 517"/>
              <a:gd name="p0x10" fmla="*/ 0 w 907"/>
              <a:gd name="p0y10" fmla="*/ 401 h 517"/>
              <a:gd name="p0x11" fmla="*/ 0 w 907"/>
              <a:gd name="p0y11" fmla="*/ 258 h 517"/>
              <a:gd name="p0x12" fmla="*/ 0 w 907"/>
              <a:gd name="p0y12" fmla="*/ 115 h 517"/>
              <a:gd name="p0x13" fmla="*/ 115 w 907"/>
              <a:gd name="p0y13" fmla="*/ 0 h 517"/>
              <a:gd name="p0x14" fmla="*/ 258 w 907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868587" y="1709738"/>
            <a:ext cx="50006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Pinia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771525" y="2038350"/>
            <a:ext cx="500380" cy="328295"/>
          </a:xfrm>
          <a:custGeom>
            <a:avLst/>
            <a:gdLst>
              <a:gd name="sw" fmla="*/ 1 w 788"/>
              <a:gd name="sh" fmla="*/ 1 h 517"/>
              <a:gd name="mins" fmla="min sw sh"/>
              <a:gd name="dsw" fmla="+- 0 sw mins"/>
              <a:gd name="dsh" fmla="+- 0 sh mins"/>
              <a:gd name="p0x0" fmla="*/ 258 w 788"/>
              <a:gd name="p0y0" fmla="*/ 0 h 517"/>
              <a:gd name="p0x1" fmla="*/ 529 w 788"/>
              <a:gd name="p0y1" fmla="*/ 0 h 517"/>
              <a:gd name="p0x2" fmla="*/ 672 w 788"/>
              <a:gd name="p0y2" fmla="*/ 0 h 517"/>
              <a:gd name="p0x3" fmla="*/ 788 w 788"/>
              <a:gd name="p0y3" fmla="*/ 115 h 517"/>
              <a:gd name="p0x4" fmla="*/ 788 w 788"/>
              <a:gd name="p0y4" fmla="*/ 258 h 517"/>
              <a:gd name="p0x5" fmla="*/ 788 w 788"/>
              <a:gd name="p0y5" fmla="*/ 401 h 517"/>
              <a:gd name="p0x6" fmla="*/ 672 w 788"/>
              <a:gd name="p0y6" fmla="*/ 517 h 517"/>
              <a:gd name="p0x7" fmla="*/ 529 w 788"/>
              <a:gd name="p0y7" fmla="*/ 517 h 517"/>
              <a:gd name="p0x8" fmla="*/ 258 w 788"/>
              <a:gd name="p0y8" fmla="*/ 517 h 517"/>
              <a:gd name="p0x9" fmla="*/ 115 w 788"/>
              <a:gd name="p0y9" fmla="*/ 517 h 517"/>
              <a:gd name="p0x10" fmla="*/ 0 w 788"/>
              <a:gd name="p0y10" fmla="*/ 401 h 517"/>
              <a:gd name="p0x11" fmla="*/ 0 w 788"/>
              <a:gd name="p0y11" fmla="*/ 258 h 517"/>
              <a:gd name="p0x12" fmla="*/ 0 w 788"/>
              <a:gd name="p0y12" fmla="*/ 115 h 517"/>
              <a:gd name="p0x13" fmla="*/ 115 w 788"/>
              <a:gd name="p0y13" fmla="*/ 0 h 517"/>
              <a:gd name="p0x14" fmla="*/ 258 w 788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885825" y="2114550"/>
            <a:ext cx="424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Vite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771525" y="2481263"/>
            <a:ext cx="276589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后端技术栈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771525" y="2809875"/>
            <a:ext cx="1225550" cy="328295"/>
          </a:xfrm>
          <a:custGeom>
            <a:avLst/>
            <a:gdLst>
              <a:gd name="sw" fmla="*/ 1 w 1930"/>
              <a:gd name="sh" fmla="*/ 1 h 517"/>
              <a:gd name="mins" fmla="min sw sh"/>
              <a:gd name="dsw" fmla="+- 0 sw mins"/>
              <a:gd name="dsh" fmla="+- 0 sh mins"/>
              <a:gd name="p0x0" fmla="*/ 258 w 1930"/>
              <a:gd name="p0y0" fmla="*/ 0 h 517"/>
              <a:gd name="p0x1" fmla="*/ 1671 w 1930"/>
              <a:gd name="p0y1" fmla="*/ 0 h 517"/>
              <a:gd name="p0x2" fmla="*/ 1814 w 1930"/>
              <a:gd name="p0y2" fmla="*/ 0 h 517"/>
              <a:gd name="p0x3" fmla="*/ 1930 w 1930"/>
              <a:gd name="p0y3" fmla="*/ 115 h 517"/>
              <a:gd name="p0x4" fmla="*/ 1930 w 1930"/>
              <a:gd name="p0y4" fmla="*/ 258 h 517"/>
              <a:gd name="p0x5" fmla="*/ 1930 w 1930"/>
              <a:gd name="p0y5" fmla="*/ 401 h 517"/>
              <a:gd name="p0x6" fmla="*/ 1814 w 1930"/>
              <a:gd name="p0y6" fmla="*/ 517 h 517"/>
              <a:gd name="p0x7" fmla="*/ 1671 w 1930"/>
              <a:gd name="p0y7" fmla="*/ 517 h 517"/>
              <a:gd name="p0x8" fmla="*/ 258 w 1930"/>
              <a:gd name="p0y8" fmla="*/ 517 h 517"/>
              <a:gd name="p0x9" fmla="*/ 115 w 1930"/>
              <a:gd name="p0y9" fmla="*/ 517 h 517"/>
              <a:gd name="p0x10" fmla="*/ 0 w 1930"/>
              <a:gd name="p0y10" fmla="*/ 401 h 517"/>
              <a:gd name="p0x11" fmla="*/ 0 w 1930"/>
              <a:gd name="p0y11" fmla="*/ 258 h 517"/>
              <a:gd name="p0x12" fmla="*/ 0 w 1930"/>
              <a:gd name="p0y12" fmla="*/ 115 h 517"/>
              <a:gd name="p0x13" fmla="*/ 115 w 1930"/>
              <a:gd name="p0y13" fmla="*/ 0 h 517"/>
              <a:gd name="p0x14" fmla="*/ 258 w 1930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6EB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885825" y="2886075"/>
            <a:ext cx="114977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</a:rPr>
              <a:t>Spring Boot 3</a:t>
            </a:r>
            <a:endParaRPr sz="1200" b="1">
              <a:solidFill>
                <a:srgbClr val="084B86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2073275" y="2809875"/>
            <a:ext cx="1187450" cy="328295"/>
          </a:xfrm>
          <a:custGeom>
            <a:avLst/>
            <a:gdLst>
              <a:gd name="sw" fmla="*/ 1 w 1869"/>
              <a:gd name="sh" fmla="*/ 1 h 517"/>
              <a:gd name="mins" fmla="min sw sh"/>
              <a:gd name="dsw" fmla="+- 0 sw mins"/>
              <a:gd name="dsh" fmla="+- 0 sh mins"/>
              <a:gd name="p0x0" fmla="*/ 258 w 1869"/>
              <a:gd name="p0y0" fmla="*/ 0 h 517"/>
              <a:gd name="p0x1" fmla="*/ 1610 w 1869"/>
              <a:gd name="p0y1" fmla="*/ 0 h 517"/>
              <a:gd name="p0x2" fmla="*/ 1753 w 1869"/>
              <a:gd name="p0y2" fmla="*/ 0 h 517"/>
              <a:gd name="p0x3" fmla="*/ 1869 w 1869"/>
              <a:gd name="p0y3" fmla="*/ 115 h 517"/>
              <a:gd name="p0x4" fmla="*/ 1869 w 1869"/>
              <a:gd name="p0y4" fmla="*/ 258 h 517"/>
              <a:gd name="p0x5" fmla="*/ 1869 w 1869"/>
              <a:gd name="p0y5" fmla="*/ 401 h 517"/>
              <a:gd name="p0x6" fmla="*/ 1753 w 1869"/>
              <a:gd name="p0y6" fmla="*/ 517 h 517"/>
              <a:gd name="p0x7" fmla="*/ 1610 w 1869"/>
              <a:gd name="p0y7" fmla="*/ 517 h 517"/>
              <a:gd name="p0x8" fmla="*/ 258 w 1869"/>
              <a:gd name="p0y8" fmla="*/ 517 h 517"/>
              <a:gd name="p0x9" fmla="*/ 115 w 1869"/>
              <a:gd name="p0y9" fmla="*/ 517 h 517"/>
              <a:gd name="p0x10" fmla="*/ 0 w 1869"/>
              <a:gd name="p0y10" fmla="*/ 401 h 517"/>
              <a:gd name="p0x11" fmla="*/ 0 w 1869"/>
              <a:gd name="p0y11" fmla="*/ 258 h 517"/>
              <a:gd name="p0x12" fmla="*/ 0 w 1869"/>
              <a:gd name="p0y12" fmla="*/ 115 h 517"/>
              <a:gd name="p0x13" fmla="*/ 115 w 1869"/>
              <a:gd name="p0y13" fmla="*/ 0 h 517"/>
              <a:gd name="p0x14" fmla="*/ 258 w 1869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6EB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2187997" y="2886075"/>
            <a:ext cx="111085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</a:rPr>
              <a:t>MyBatis-Plus</a:t>
            </a:r>
            <a:endParaRPr sz="1200" b="1">
              <a:solidFill>
                <a:srgbClr val="084B86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771525" y="3214370"/>
            <a:ext cx="894715" cy="328930"/>
          </a:xfrm>
          <a:custGeom>
            <a:avLst/>
            <a:gdLst>
              <a:gd name="sw" fmla="*/ 1 w 1409"/>
              <a:gd name="sh" fmla="*/ 1 h 517"/>
              <a:gd name="mins" fmla="min sw sh"/>
              <a:gd name="dsw" fmla="+- 0 sw mins"/>
              <a:gd name="dsh" fmla="+- 0 sh mins"/>
              <a:gd name="p0x0" fmla="*/ 258 w 1409"/>
              <a:gd name="p0y0" fmla="*/ 0 h 517"/>
              <a:gd name="p0x1" fmla="*/ 1151 w 1409"/>
              <a:gd name="p0y1" fmla="*/ 0 h 517"/>
              <a:gd name="p0x2" fmla="*/ 1293 w 1409"/>
              <a:gd name="p0y2" fmla="*/ 0 h 517"/>
              <a:gd name="p0x3" fmla="*/ 1409 w 1409"/>
              <a:gd name="p0y3" fmla="*/ 115 h 517"/>
              <a:gd name="p0x4" fmla="*/ 1409 w 1409"/>
              <a:gd name="p0y4" fmla="*/ 258 h 517"/>
              <a:gd name="p0x5" fmla="*/ 1409 w 1409"/>
              <a:gd name="p0y5" fmla="*/ 401 h 517"/>
              <a:gd name="p0x6" fmla="*/ 1293 w 1409"/>
              <a:gd name="p0y6" fmla="*/ 517 h 517"/>
              <a:gd name="p0x7" fmla="*/ 1151 w 1409"/>
              <a:gd name="p0y7" fmla="*/ 517 h 517"/>
              <a:gd name="p0x8" fmla="*/ 258 w 1409"/>
              <a:gd name="p0y8" fmla="*/ 517 h 517"/>
              <a:gd name="p0x9" fmla="*/ 115 w 1409"/>
              <a:gd name="p0y9" fmla="*/ 517 h 517"/>
              <a:gd name="p0x10" fmla="*/ 0 w 1409"/>
              <a:gd name="p0y10" fmla="*/ 401 h 517"/>
              <a:gd name="p0x11" fmla="*/ 0 w 1409"/>
              <a:gd name="p0y11" fmla="*/ 258 h 517"/>
              <a:gd name="p0x12" fmla="*/ 0 w 1409"/>
              <a:gd name="p0y12" fmla="*/ 115 h 517"/>
              <a:gd name="p0x13" fmla="*/ 115 w 1409"/>
              <a:gd name="p0y13" fmla="*/ 0 h 517"/>
              <a:gd name="p0x14" fmla="*/ 258 w 1409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6EB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85825" y="3290888"/>
            <a:ext cx="8189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</a:rPr>
              <a:t>Netty 4.1</a:t>
            </a:r>
            <a:endParaRPr sz="1200" b="1">
              <a:solidFill>
                <a:srgbClr val="084B86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771525" y="3657600"/>
            <a:ext cx="276589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数据基础设施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771525" y="3985895"/>
            <a:ext cx="928370" cy="328930"/>
          </a:xfrm>
          <a:custGeom>
            <a:avLst/>
            <a:gdLst>
              <a:gd name="sw" fmla="*/ 1 w 1462"/>
              <a:gd name="sh" fmla="*/ 1 h 517"/>
              <a:gd name="mins" fmla="min sw sh"/>
              <a:gd name="dsw" fmla="+- 0 sw mins"/>
              <a:gd name="dsh" fmla="+- 0 sh mins"/>
              <a:gd name="p0x0" fmla="*/ 258 w 1462"/>
              <a:gd name="p0y0" fmla="*/ 0 h 517"/>
              <a:gd name="p0x1" fmla="*/ 1203 w 1462"/>
              <a:gd name="p0y1" fmla="*/ 0 h 517"/>
              <a:gd name="p0x2" fmla="*/ 1346 w 1462"/>
              <a:gd name="p0y2" fmla="*/ 0 h 517"/>
              <a:gd name="p0x3" fmla="*/ 1462 w 1462"/>
              <a:gd name="p0y3" fmla="*/ 115 h 517"/>
              <a:gd name="p0x4" fmla="*/ 1462 w 1462"/>
              <a:gd name="p0y4" fmla="*/ 258 h 517"/>
              <a:gd name="p0x5" fmla="*/ 1462 w 1462"/>
              <a:gd name="p0y5" fmla="*/ 401 h 517"/>
              <a:gd name="p0x6" fmla="*/ 1346 w 1462"/>
              <a:gd name="p0y6" fmla="*/ 517 h 517"/>
              <a:gd name="p0x7" fmla="*/ 1203 w 1462"/>
              <a:gd name="p0y7" fmla="*/ 517 h 517"/>
              <a:gd name="p0x8" fmla="*/ 258 w 1462"/>
              <a:gd name="p0y8" fmla="*/ 517 h 517"/>
              <a:gd name="p0x9" fmla="*/ 115 w 1462"/>
              <a:gd name="p0y9" fmla="*/ 517 h 517"/>
              <a:gd name="p0x10" fmla="*/ 0 w 1462"/>
              <a:gd name="p0y10" fmla="*/ 401 h 517"/>
              <a:gd name="p0x11" fmla="*/ 0 w 1462"/>
              <a:gd name="p0y11" fmla="*/ 258 h 517"/>
              <a:gd name="p0x12" fmla="*/ 0 w 1462"/>
              <a:gd name="p0y12" fmla="*/ 115 h 517"/>
              <a:gd name="p0x13" fmla="*/ 115 w 1462"/>
              <a:gd name="p0y13" fmla="*/ 0 h 517"/>
              <a:gd name="p0x14" fmla="*/ 258 w 1462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885825" y="4062413"/>
            <a:ext cx="85226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Kafka 3.8</a:t>
            </a:r>
            <a:endParaRPr sz="120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1776095" y="3985895"/>
            <a:ext cx="772160" cy="328930"/>
          </a:xfrm>
          <a:custGeom>
            <a:avLst/>
            <a:gdLst>
              <a:gd name="sw" fmla="*/ 1 w 1216"/>
              <a:gd name="sh" fmla="*/ 1 h 517"/>
              <a:gd name="mins" fmla="min sw sh"/>
              <a:gd name="dsw" fmla="+- 0 sw mins"/>
              <a:gd name="dsh" fmla="+- 0 sh mins"/>
              <a:gd name="p0x0" fmla="*/ 258 w 1216"/>
              <a:gd name="p0y0" fmla="*/ 0 h 517"/>
              <a:gd name="p0x1" fmla="*/ 957 w 1216"/>
              <a:gd name="p0y1" fmla="*/ 0 h 517"/>
              <a:gd name="p0x2" fmla="*/ 1100 w 1216"/>
              <a:gd name="p0y2" fmla="*/ 0 h 517"/>
              <a:gd name="p0x3" fmla="*/ 1216 w 1216"/>
              <a:gd name="p0y3" fmla="*/ 115 h 517"/>
              <a:gd name="p0x4" fmla="*/ 1216 w 1216"/>
              <a:gd name="p0y4" fmla="*/ 258 h 517"/>
              <a:gd name="p0x5" fmla="*/ 1216 w 1216"/>
              <a:gd name="p0y5" fmla="*/ 401 h 517"/>
              <a:gd name="p0x6" fmla="*/ 1100 w 1216"/>
              <a:gd name="p0y6" fmla="*/ 517 h 517"/>
              <a:gd name="p0x7" fmla="*/ 957 w 1216"/>
              <a:gd name="p0y7" fmla="*/ 517 h 517"/>
              <a:gd name="p0x8" fmla="*/ 258 w 1216"/>
              <a:gd name="p0y8" fmla="*/ 517 h 517"/>
              <a:gd name="p0x9" fmla="*/ 115 w 1216"/>
              <a:gd name="p0y9" fmla="*/ 517 h 517"/>
              <a:gd name="p0x10" fmla="*/ 0 w 1216"/>
              <a:gd name="p0y10" fmla="*/ 401 h 517"/>
              <a:gd name="p0x11" fmla="*/ 0 w 1216"/>
              <a:gd name="p0y11" fmla="*/ 258 h 517"/>
              <a:gd name="p0x12" fmla="*/ 0 w 1216"/>
              <a:gd name="p0y12" fmla="*/ 115 h 517"/>
              <a:gd name="p0x13" fmla="*/ 115 w 1216"/>
              <a:gd name="p0y13" fmla="*/ 0 h 517"/>
              <a:gd name="p0x14" fmla="*/ 258 w 1216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1890494" y="4062413"/>
            <a:ext cx="69622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Redis 7</a:t>
            </a:r>
            <a:endParaRPr sz="120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4"/>
            </p:custDataLst>
          </p:nvPr>
        </p:nvSpPr>
        <p:spPr>
          <a:xfrm>
            <a:off x="771525" y="4391025"/>
            <a:ext cx="1042670" cy="328295"/>
          </a:xfrm>
          <a:custGeom>
            <a:avLst/>
            <a:gdLst>
              <a:gd name="sw" fmla="*/ 1 w 1642"/>
              <a:gd name="sh" fmla="*/ 1 h 517"/>
              <a:gd name="mins" fmla="min sw sh"/>
              <a:gd name="dsw" fmla="+- 0 sw mins"/>
              <a:gd name="dsh" fmla="+- 0 sh mins"/>
              <a:gd name="p0x0" fmla="*/ 258 w 1642"/>
              <a:gd name="p0y0" fmla="*/ 0 h 517"/>
              <a:gd name="p0x1" fmla="*/ 1383 w 1642"/>
              <a:gd name="p0y1" fmla="*/ 0 h 517"/>
              <a:gd name="p0x2" fmla="*/ 1526 w 1642"/>
              <a:gd name="p0y2" fmla="*/ 0 h 517"/>
              <a:gd name="p0x3" fmla="*/ 1642 w 1642"/>
              <a:gd name="p0y3" fmla="*/ 115 h 517"/>
              <a:gd name="p0x4" fmla="*/ 1642 w 1642"/>
              <a:gd name="p0y4" fmla="*/ 258 h 517"/>
              <a:gd name="p0x5" fmla="*/ 1642 w 1642"/>
              <a:gd name="p0y5" fmla="*/ 401 h 517"/>
              <a:gd name="p0x6" fmla="*/ 1526 w 1642"/>
              <a:gd name="p0y6" fmla="*/ 517 h 517"/>
              <a:gd name="p0x7" fmla="*/ 1383 w 1642"/>
              <a:gd name="p0y7" fmla="*/ 517 h 517"/>
              <a:gd name="p0x8" fmla="*/ 258 w 1642"/>
              <a:gd name="p0y8" fmla="*/ 517 h 517"/>
              <a:gd name="p0x9" fmla="*/ 115 w 1642"/>
              <a:gd name="p0y9" fmla="*/ 517 h 517"/>
              <a:gd name="p0x10" fmla="*/ 0 w 1642"/>
              <a:gd name="p0y10" fmla="*/ 401 h 517"/>
              <a:gd name="p0x11" fmla="*/ 0 w 1642"/>
              <a:gd name="p0y11" fmla="*/ 258 h 517"/>
              <a:gd name="p0x12" fmla="*/ 0 w 1642"/>
              <a:gd name="p0y12" fmla="*/ 115 h 517"/>
              <a:gd name="p0x13" fmla="*/ 115 w 1642"/>
              <a:gd name="p0y13" fmla="*/ 0 h 517"/>
              <a:gd name="p0x14" fmla="*/ 258 w 1642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885825" y="4467225"/>
            <a:ext cx="96656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MySQL 8.0</a:t>
            </a:r>
            <a:endParaRPr sz="120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6"/>
            </p:custDataLst>
          </p:nvPr>
        </p:nvSpPr>
        <p:spPr>
          <a:xfrm>
            <a:off x="771525" y="4795520"/>
            <a:ext cx="1673860" cy="328930"/>
          </a:xfrm>
          <a:custGeom>
            <a:avLst/>
            <a:gdLst>
              <a:gd name="sw" fmla="*/ 1 w 2636"/>
              <a:gd name="sh" fmla="*/ 1 h 517"/>
              <a:gd name="mins" fmla="min sw sh"/>
              <a:gd name="dsw" fmla="+- 0 sw mins"/>
              <a:gd name="dsh" fmla="+- 0 sh mins"/>
              <a:gd name="p0x0" fmla="*/ 258 w 2636"/>
              <a:gd name="p0y0" fmla="*/ 0 h 517"/>
              <a:gd name="p0x1" fmla="*/ 2377 w 2636"/>
              <a:gd name="p0y1" fmla="*/ 0 h 517"/>
              <a:gd name="p0x2" fmla="*/ 2520 w 2636"/>
              <a:gd name="p0y2" fmla="*/ 0 h 517"/>
              <a:gd name="p0x3" fmla="*/ 2636 w 2636"/>
              <a:gd name="p0y3" fmla="*/ 115 h 517"/>
              <a:gd name="p0x4" fmla="*/ 2636 w 2636"/>
              <a:gd name="p0y4" fmla="*/ 258 h 517"/>
              <a:gd name="p0x5" fmla="*/ 2636 w 2636"/>
              <a:gd name="p0y5" fmla="*/ 401 h 517"/>
              <a:gd name="p0x6" fmla="*/ 2520 w 2636"/>
              <a:gd name="p0y6" fmla="*/ 517 h 517"/>
              <a:gd name="p0x7" fmla="*/ 2377 w 2636"/>
              <a:gd name="p0y7" fmla="*/ 517 h 517"/>
              <a:gd name="p0x8" fmla="*/ 258 w 2636"/>
              <a:gd name="p0y8" fmla="*/ 517 h 517"/>
              <a:gd name="p0x9" fmla="*/ 115 w 2636"/>
              <a:gd name="p0y9" fmla="*/ 517 h 517"/>
              <a:gd name="p0x10" fmla="*/ 0 w 2636"/>
              <a:gd name="p0y10" fmla="*/ 401 h 517"/>
              <a:gd name="p0x11" fmla="*/ 0 w 2636"/>
              <a:gd name="p0y11" fmla="*/ 258 h 517"/>
              <a:gd name="p0x12" fmla="*/ 0 w 2636"/>
              <a:gd name="p0y12" fmla="*/ 115 h 517"/>
              <a:gd name="p0x13" fmla="*/ 115 w 2636"/>
              <a:gd name="p0y13" fmla="*/ 0 h 517"/>
              <a:gd name="p0x14" fmla="*/ 258 w 2636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885825" y="4872038"/>
            <a:ext cx="15981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ShardingSphere 5.5</a:t>
            </a:r>
            <a:endParaRPr sz="120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2521585" y="4795520"/>
            <a:ext cx="654050" cy="328930"/>
          </a:xfrm>
          <a:custGeom>
            <a:avLst/>
            <a:gdLst>
              <a:gd name="sw" fmla="*/ 1 w 1030"/>
              <a:gd name="sh" fmla="*/ 1 h 517"/>
              <a:gd name="mins" fmla="min sw sh"/>
              <a:gd name="dsw" fmla="+- 0 sw mins"/>
              <a:gd name="dsh" fmla="+- 0 sh mins"/>
              <a:gd name="p0x0" fmla="*/ 258 w 1030"/>
              <a:gd name="p0y0" fmla="*/ 0 h 517"/>
              <a:gd name="p0x1" fmla="*/ 771 w 1030"/>
              <a:gd name="p0y1" fmla="*/ 0 h 517"/>
              <a:gd name="p0x2" fmla="*/ 914 w 1030"/>
              <a:gd name="p0y2" fmla="*/ 0 h 517"/>
              <a:gd name="p0x3" fmla="*/ 1030 w 1030"/>
              <a:gd name="p0y3" fmla="*/ 115 h 517"/>
              <a:gd name="p0x4" fmla="*/ 1030 w 1030"/>
              <a:gd name="p0y4" fmla="*/ 258 h 517"/>
              <a:gd name="p0x5" fmla="*/ 1030 w 1030"/>
              <a:gd name="p0y5" fmla="*/ 401 h 517"/>
              <a:gd name="p0x6" fmla="*/ 914 w 1030"/>
              <a:gd name="p0y6" fmla="*/ 517 h 517"/>
              <a:gd name="p0x7" fmla="*/ 771 w 1030"/>
              <a:gd name="p0y7" fmla="*/ 517 h 517"/>
              <a:gd name="p0x8" fmla="*/ 258 w 1030"/>
              <a:gd name="p0y8" fmla="*/ 517 h 517"/>
              <a:gd name="p0x9" fmla="*/ 115 w 1030"/>
              <a:gd name="p0y9" fmla="*/ 517 h 517"/>
              <a:gd name="p0x10" fmla="*/ 0 w 1030"/>
              <a:gd name="p0y10" fmla="*/ 401 h 517"/>
              <a:gd name="p0x11" fmla="*/ 0 w 1030"/>
              <a:gd name="p0y11" fmla="*/ 258 h 517"/>
              <a:gd name="p0x12" fmla="*/ 0 w 1030"/>
              <a:gd name="p0y12" fmla="*/ 115 h 517"/>
              <a:gd name="p0x13" fmla="*/ 115 w 1030"/>
              <a:gd name="p0y13" fmla="*/ 0 h 517"/>
              <a:gd name="p0x14" fmla="*/ 258 w 1030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2636339" y="4872038"/>
            <a:ext cx="57797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MinIO</a:t>
            </a:r>
            <a:endParaRPr sz="120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0"/>
            </p:custDataLst>
          </p:nvPr>
        </p:nvSpPr>
        <p:spPr>
          <a:xfrm>
            <a:off x="3932555" y="1109345"/>
            <a:ext cx="2602865" cy="5362575"/>
          </a:xfrm>
          <a:custGeom>
            <a:avLst/>
            <a:gdLst>
              <a:gd name="sw" fmla="*/ 1 w 4099"/>
              <a:gd name="sh" fmla="*/ 1 h 8445"/>
              <a:gd name="mins" fmla="min sw sh"/>
              <a:gd name="dsw" fmla="+- 0 sw mins"/>
              <a:gd name="dsh" fmla="+- 0 sh mins"/>
              <a:gd name="p0x0" fmla="*/ 330 w 4099"/>
              <a:gd name="p0y0" fmla="*/ 0 h 8445"/>
              <a:gd name="p0x1" fmla="*/ 3769 w 4099"/>
              <a:gd name="p0y1" fmla="*/ 0 h 8445"/>
              <a:gd name="p0x2" fmla="*/ 3951 w 4099"/>
              <a:gd name="p0y2" fmla="*/ 0 h 8445"/>
              <a:gd name="p0x3" fmla="*/ 4099 w 4099"/>
              <a:gd name="p0y3" fmla="*/ 147 h 8445"/>
              <a:gd name="p0x4" fmla="*/ 4099 w 4099"/>
              <a:gd name="p0y4" fmla="*/ 330 h 8445"/>
              <a:gd name="p0x5" fmla="*/ 4099 w 4099"/>
              <a:gd name="p0y5" fmla="*/ 8115 h 8445"/>
              <a:gd name="p0x6" fmla="*/ 4099 w 4099"/>
              <a:gd name="p0y6" fmla="*/ 8297 h 8445"/>
              <a:gd name="p0x7" fmla="*/ 3951 w 4099"/>
              <a:gd name="p0y7" fmla="*/ 8445 h 8445"/>
              <a:gd name="p0x8" fmla="*/ 3769 w 4099"/>
              <a:gd name="p0y8" fmla="*/ 8445 h 8445"/>
              <a:gd name="p0x9" fmla="*/ 330 w 4099"/>
              <a:gd name="p0y9" fmla="*/ 8445 h 8445"/>
              <a:gd name="p0x10" fmla="*/ 147 w 4099"/>
              <a:gd name="p0y10" fmla="*/ 8445 h 8445"/>
              <a:gd name="p0x11" fmla="*/ 0 w 4099"/>
              <a:gd name="p0y11" fmla="*/ 8297 h 8445"/>
              <a:gd name="p0x12" fmla="*/ 0 w 4099"/>
              <a:gd name="p0y12" fmla="*/ 8115 h 8445"/>
              <a:gd name="p0x13" fmla="*/ 0 w 4099"/>
              <a:gd name="p0y13" fmla="*/ 330 h 8445"/>
              <a:gd name="p0x14" fmla="*/ 0 w 4099"/>
              <a:gd name="p0y14" fmla="*/ 147 h 8445"/>
              <a:gd name="p0x15" fmla="*/ 147 w 4099"/>
              <a:gd name="p0y15" fmla="*/ 0 h 8445"/>
              <a:gd name="p0x16" fmla="*/ 330 w 409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4458970" y="1957070"/>
            <a:ext cx="1550035" cy="538480"/>
          </a:xfrm>
          <a:custGeom>
            <a:avLst/>
            <a:gdLst>
              <a:gd name="sw" fmla="*/ 1 w 2440"/>
              <a:gd name="sh" fmla="*/ 1 h 847"/>
              <a:gd name="mins" fmla="min sw sh"/>
              <a:gd name="dsw" fmla="+- 0 sw mins"/>
              <a:gd name="dsh" fmla="+- 0 sh mins"/>
              <a:gd name="p0x0" fmla="*/ 210 w 2440"/>
              <a:gd name="p0y0" fmla="*/ 0 h 847"/>
              <a:gd name="p0x1" fmla="*/ 2230 w 2440"/>
              <a:gd name="p0y1" fmla="*/ 0 h 847"/>
              <a:gd name="p0x2" fmla="*/ 2346 w 2440"/>
              <a:gd name="p0y2" fmla="*/ 0 h 847"/>
              <a:gd name="p0x3" fmla="*/ 2440 w 2440"/>
              <a:gd name="p0y3" fmla="*/ 94 h 847"/>
              <a:gd name="p0x4" fmla="*/ 2440 w 2440"/>
              <a:gd name="p0y4" fmla="*/ 210 h 847"/>
              <a:gd name="p0x5" fmla="*/ 2440 w 2440"/>
              <a:gd name="p0y5" fmla="*/ 637 h 847"/>
              <a:gd name="p0x6" fmla="*/ 2440 w 2440"/>
              <a:gd name="p0y6" fmla="*/ 753 h 847"/>
              <a:gd name="p0x7" fmla="*/ 2346 w 2440"/>
              <a:gd name="p0y7" fmla="*/ 847 h 847"/>
              <a:gd name="p0x8" fmla="*/ 2230 w 2440"/>
              <a:gd name="p0y8" fmla="*/ 847 h 847"/>
              <a:gd name="p0x9" fmla="*/ 210 w 2440"/>
              <a:gd name="p0y9" fmla="*/ 847 h 847"/>
              <a:gd name="p0x10" fmla="*/ 94 w 2440"/>
              <a:gd name="p0y10" fmla="*/ 847 h 847"/>
              <a:gd name="p0x11" fmla="*/ 0 w 2440"/>
              <a:gd name="p0y11" fmla="*/ 753 h 847"/>
              <a:gd name="p0x12" fmla="*/ 0 w 2440"/>
              <a:gd name="p0y12" fmla="*/ 637 h 847"/>
              <a:gd name="p0x13" fmla="*/ 0 w 2440"/>
              <a:gd name="p0y13" fmla="*/ 210 h 847"/>
              <a:gd name="p0x14" fmla="*/ 0 w 2440"/>
              <a:gd name="p0y14" fmla="*/ 94 h 847"/>
              <a:gd name="p0x15" fmla="*/ 94 w 2440"/>
              <a:gd name="p0y15" fmla="*/ 0 h 847"/>
              <a:gd name="p0x16" fmla="*/ 210 w 2440"/>
              <a:gd name="p0y16" fmla="*/ 0 h 8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 w="9525" cmpd="sng">
            <a:solidFill>
              <a:srgbClr val="B9CE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4929492" y="2038350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客户端</a:t>
            </a:r>
            <a:endParaRPr sz="12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4550054" y="2238375"/>
            <a:ext cx="13686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Vue3 + WebSocket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5139109" y="257651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↓</a:t>
            </a:r>
            <a:endParaRPr sz="1500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5"/>
            </p:custDataLst>
          </p:nvPr>
        </p:nvSpPr>
        <p:spPr>
          <a:xfrm>
            <a:off x="4474210" y="2905125"/>
            <a:ext cx="1520190" cy="528320"/>
          </a:xfrm>
          <a:custGeom>
            <a:avLst/>
            <a:gdLst>
              <a:gd name="sw" fmla="*/ 1 w 2394"/>
              <a:gd name="sh" fmla="*/ 1 h 832"/>
              <a:gd name="mins" fmla="min sw sh"/>
              <a:gd name="dsw" fmla="+- 0 sw mins"/>
              <a:gd name="dsh" fmla="+- 0 sh mins"/>
              <a:gd name="p0x0" fmla="*/ 210 w 2394"/>
              <a:gd name="p0y0" fmla="*/ 0 h 832"/>
              <a:gd name="p0x1" fmla="*/ 2184 w 2394"/>
              <a:gd name="p0y1" fmla="*/ 0 h 832"/>
              <a:gd name="p0x2" fmla="*/ 2300 w 2394"/>
              <a:gd name="p0y2" fmla="*/ 0 h 832"/>
              <a:gd name="p0x3" fmla="*/ 2394 w 2394"/>
              <a:gd name="p0y3" fmla="*/ 94 h 832"/>
              <a:gd name="p0x4" fmla="*/ 2394 w 2394"/>
              <a:gd name="p0y4" fmla="*/ 210 h 832"/>
              <a:gd name="p0x5" fmla="*/ 2394 w 2394"/>
              <a:gd name="p0y5" fmla="*/ 622 h 832"/>
              <a:gd name="p0x6" fmla="*/ 2394 w 2394"/>
              <a:gd name="p0y6" fmla="*/ 738 h 832"/>
              <a:gd name="p0x7" fmla="*/ 2300 w 2394"/>
              <a:gd name="p0y7" fmla="*/ 832 h 832"/>
              <a:gd name="p0x8" fmla="*/ 2184 w 2394"/>
              <a:gd name="p0y8" fmla="*/ 832 h 832"/>
              <a:gd name="p0x9" fmla="*/ 210 w 2394"/>
              <a:gd name="p0y9" fmla="*/ 832 h 832"/>
              <a:gd name="p0x10" fmla="*/ 94 w 2394"/>
              <a:gd name="p0y10" fmla="*/ 832 h 832"/>
              <a:gd name="p0x11" fmla="*/ 0 w 2394"/>
              <a:gd name="p0y11" fmla="*/ 738 h 832"/>
              <a:gd name="p0x12" fmla="*/ 0 w 2394"/>
              <a:gd name="p0y12" fmla="*/ 622 h 832"/>
              <a:gd name="p0x13" fmla="*/ 0 w 2394"/>
              <a:gd name="p0y13" fmla="*/ 210 h 832"/>
              <a:gd name="p0x14" fmla="*/ 0 w 2394"/>
              <a:gd name="p0y14" fmla="*/ 94 h 832"/>
              <a:gd name="p0x15" fmla="*/ 94 w 2394"/>
              <a:gd name="p0y15" fmla="*/ 0 h 832"/>
              <a:gd name="p0x16" fmla="*/ 210 w 2394"/>
              <a:gd name="p0y16" fmla="*/ 0 h 8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4550426" y="2981325"/>
            <a:ext cx="136780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Netty WS Server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4870552" y="3181350"/>
            <a:ext cx="72747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WS:8081</a:t>
            </a:r>
            <a:endParaRPr sz="10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5139109" y="350996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↓</a:t>
            </a:r>
            <a:endParaRPr sz="1500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9"/>
            </p:custDataLst>
          </p:nvPr>
        </p:nvSpPr>
        <p:spPr>
          <a:xfrm>
            <a:off x="4542155" y="3838575"/>
            <a:ext cx="1383665" cy="528320"/>
          </a:xfrm>
          <a:custGeom>
            <a:avLst/>
            <a:gdLst>
              <a:gd name="sw" fmla="*/ 1 w 2179"/>
              <a:gd name="sh" fmla="*/ 1 h 832"/>
              <a:gd name="mins" fmla="min sw sh"/>
              <a:gd name="dsw" fmla="+- 0 sw mins"/>
              <a:gd name="dsh" fmla="+- 0 sh mins"/>
              <a:gd name="p0x0" fmla="*/ 210 w 2179"/>
              <a:gd name="p0y0" fmla="*/ 0 h 832"/>
              <a:gd name="p0x1" fmla="*/ 1969 w 2179"/>
              <a:gd name="p0y1" fmla="*/ 0 h 832"/>
              <a:gd name="p0x2" fmla="*/ 2085 w 2179"/>
              <a:gd name="p0y2" fmla="*/ 0 h 832"/>
              <a:gd name="p0x3" fmla="*/ 2179 w 2179"/>
              <a:gd name="p0y3" fmla="*/ 94 h 832"/>
              <a:gd name="p0x4" fmla="*/ 2179 w 2179"/>
              <a:gd name="p0y4" fmla="*/ 210 h 832"/>
              <a:gd name="p0x5" fmla="*/ 2179 w 2179"/>
              <a:gd name="p0y5" fmla="*/ 622 h 832"/>
              <a:gd name="p0x6" fmla="*/ 2179 w 2179"/>
              <a:gd name="p0y6" fmla="*/ 738 h 832"/>
              <a:gd name="p0x7" fmla="*/ 2085 w 2179"/>
              <a:gd name="p0y7" fmla="*/ 832 h 832"/>
              <a:gd name="p0x8" fmla="*/ 1969 w 2179"/>
              <a:gd name="p0y8" fmla="*/ 832 h 832"/>
              <a:gd name="p0x9" fmla="*/ 210 w 2179"/>
              <a:gd name="p0y9" fmla="*/ 832 h 832"/>
              <a:gd name="p0x10" fmla="*/ 94 w 2179"/>
              <a:gd name="p0y10" fmla="*/ 832 h 832"/>
              <a:gd name="p0x11" fmla="*/ 0 w 2179"/>
              <a:gd name="p0y11" fmla="*/ 738 h 832"/>
              <a:gd name="p0x12" fmla="*/ 0 w 2179"/>
              <a:gd name="p0y12" fmla="*/ 622 h 832"/>
              <a:gd name="p0x13" fmla="*/ 0 w 2179"/>
              <a:gd name="p0y13" fmla="*/ 210 h 832"/>
              <a:gd name="p0x14" fmla="*/ 0 w 2179"/>
              <a:gd name="p0y14" fmla="*/ 94 h 832"/>
              <a:gd name="p0x15" fmla="*/ 94 w 2179"/>
              <a:gd name="p0y15" fmla="*/ 0 h 832"/>
              <a:gd name="p0x16" fmla="*/ 210 w 2179"/>
              <a:gd name="p0y16" fmla="*/ 0 h 83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6EB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4618511" y="3914775"/>
            <a:ext cx="12317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200" b="1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 </a:t>
            </a:r>
            <a:r>
              <a:rPr lang="zh-CN" sz="1200" b="1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消息总线</a:t>
            </a:r>
            <a:endParaRPr lang="zh-CN" sz="1200" b="1">
              <a:solidFill>
                <a:srgbClr val="084B8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1"/>
            </p:custDataLst>
          </p:nvPr>
        </p:nvSpPr>
        <p:spPr>
          <a:xfrm>
            <a:off x="4887001" y="4114800"/>
            <a:ext cx="69465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050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7</a:t>
            </a:r>
            <a:r>
              <a:rPr lang="zh-CN" altLang="en-US" sz="1050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个</a:t>
            </a:r>
            <a:r>
              <a:rPr lang="en-US" altLang="zh-CN" sz="1050">
                <a:solidFill>
                  <a:srgbClr val="084B8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Topic</a:t>
            </a:r>
            <a:endParaRPr lang="en-US" altLang="zh-CN" sz="1050">
              <a:solidFill>
                <a:srgbClr val="084B8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2"/>
            </p:custDataLst>
          </p:nvPr>
        </p:nvSpPr>
        <p:spPr>
          <a:xfrm>
            <a:off x="5139109" y="444341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↓</a:t>
            </a:r>
            <a:endParaRPr sz="1500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3"/>
            </p:custDataLst>
          </p:nvPr>
        </p:nvSpPr>
        <p:spPr>
          <a:xfrm>
            <a:off x="4127500" y="4772025"/>
            <a:ext cx="668020" cy="857250"/>
          </a:xfrm>
          <a:custGeom>
            <a:avLst/>
            <a:gdLst>
              <a:gd name="sw" fmla="*/ 1 w 1051"/>
              <a:gd name="sh" fmla="*/ 1 h 1350"/>
              <a:gd name="mins" fmla="min sw sh"/>
              <a:gd name="dsw" fmla="+- 0 sw mins"/>
              <a:gd name="dsh" fmla="+- 0 sh mins"/>
              <a:gd name="p0x0" fmla="*/ 210 w 1051"/>
              <a:gd name="p0y0" fmla="*/ 0 h 1350"/>
              <a:gd name="p0x1" fmla="*/ 841 w 1051"/>
              <a:gd name="p0y1" fmla="*/ 0 h 1350"/>
              <a:gd name="p0x2" fmla="*/ 957 w 1051"/>
              <a:gd name="p0y2" fmla="*/ 0 h 1350"/>
              <a:gd name="p0x3" fmla="*/ 1051 w 1051"/>
              <a:gd name="p0y3" fmla="*/ 94 h 1350"/>
              <a:gd name="p0x4" fmla="*/ 1051 w 1051"/>
              <a:gd name="p0y4" fmla="*/ 210 h 1350"/>
              <a:gd name="p0x5" fmla="*/ 1051 w 1051"/>
              <a:gd name="p0y5" fmla="*/ 1140 h 1350"/>
              <a:gd name="p0x6" fmla="*/ 1051 w 1051"/>
              <a:gd name="p0y6" fmla="*/ 1255 h 1350"/>
              <a:gd name="p0x7" fmla="*/ 957 w 1051"/>
              <a:gd name="p0y7" fmla="*/ 1350 h 1350"/>
              <a:gd name="p0x8" fmla="*/ 841 w 1051"/>
              <a:gd name="p0y8" fmla="*/ 1350 h 1350"/>
              <a:gd name="p0x9" fmla="*/ 210 w 1051"/>
              <a:gd name="p0y9" fmla="*/ 1350 h 1350"/>
              <a:gd name="p0x10" fmla="*/ 94 w 1051"/>
              <a:gd name="p0y10" fmla="*/ 1350 h 1350"/>
              <a:gd name="p0x11" fmla="*/ 0 w 1051"/>
              <a:gd name="p0y11" fmla="*/ 1255 h 1350"/>
              <a:gd name="p0x12" fmla="*/ 0 w 1051"/>
              <a:gd name="p0y12" fmla="*/ 1140 h 1350"/>
              <a:gd name="p0x13" fmla="*/ 0 w 1051"/>
              <a:gd name="p0y13" fmla="*/ 210 h 1350"/>
              <a:gd name="p0x14" fmla="*/ 0 w 1051"/>
              <a:gd name="p0y14" fmla="*/ 94 h 1350"/>
              <a:gd name="p0x15" fmla="*/ 94 w 1051"/>
              <a:gd name="p0y15" fmla="*/ 0 h 1350"/>
              <a:gd name="p0x16" fmla="*/ 210 w 1051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4287222" y="4848225"/>
            <a:ext cx="34930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Redis 7</a:t>
            </a:r>
            <a:endParaRPr sz="105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5"/>
            </p:custDataLst>
          </p:nvPr>
        </p:nvSpPr>
        <p:spPr>
          <a:xfrm>
            <a:off x="4282236" y="5200650"/>
            <a:ext cx="35927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路由</a:t>
            </a:r>
            <a:r>
              <a:rPr lang="en-US" altLang="zh-CN"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缓存</a:t>
            </a:r>
            <a:endParaRPr lang="zh-CN" altLang="en-US" sz="1050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6"/>
            </p:custDataLst>
          </p:nvPr>
        </p:nvSpPr>
        <p:spPr>
          <a:xfrm>
            <a:off x="4871720" y="4772025"/>
            <a:ext cx="763270" cy="857250"/>
          </a:xfrm>
          <a:custGeom>
            <a:avLst/>
            <a:gdLst>
              <a:gd name="sw" fmla="*/ 1 w 1202"/>
              <a:gd name="sh" fmla="*/ 1 h 1350"/>
              <a:gd name="mins" fmla="min sw sh"/>
              <a:gd name="dsw" fmla="+- 0 sw mins"/>
              <a:gd name="dsh" fmla="+- 0 sh mins"/>
              <a:gd name="p0x0" fmla="*/ 210 w 1202"/>
              <a:gd name="p0y0" fmla="*/ 0 h 1350"/>
              <a:gd name="p0x1" fmla="*/ 992 w 1202"/>
              <a:gd name="p0y1" fmla="*/ 0 h 1350"/>
              <a:gd name="p0x2" fmla="*/ 1108 w 1202"/>
              <a:gd name="p0y2" fmla="*/ 0 h 1350"/>
              <a:gd name="p0x3" fmla="*/ 1202 w 1202"/>
              <a:gd name="p0y3" fmla="*/ 94 h 1350"/>
              <a:gd name="p0x4" fmla="*/ 1202 w 1202"/>
              <a:gd name="p0y4" fmla="*/ 210 h 1350"/>
              <a:gd name="p0x5" fmla="*/ 1202 w 1202"/>
              <a:gd name="p0y5" fmla="*/ 1140 h 1350"/>
              <a:gd name="p0x6" fmla="*/ 1202 w 1202"/>
              <a:gd name="p0y6" fmla="*/ 1255 h 1350"/>
              <a:gd name="p0x7" fmla="*/ 1108 w 1202"/>
              <a:gd name="p0y7" fmla="*/ 1350 h 1350"/>
              <a:gd name="p0x8" fmla="*/ 992 w 1202"/>
              <a:gd name="p0y8" fmla="*/ 1350 h 1350"/>
              <a:gd name="p0x9" fmla="*/ 210 w 1202"/>
              <a:gd name="p0y9" fmla="*/ 1350 h 1350"/>
              <a:gd name="p0x10" fmla="*/ 94 w 1202"/>
              <a:gd name="p0y10" fmla="*/ 1350 h 1350"/>
              <a:gd name="p0x11" fmla="*/ 0 w 1202"/>
              <a:gd name="p0y11" fmla="*/ 1255 h 1350"/>
              <a:gd name="p0x12" fmla="*/ 0 w 1202"/>
              <a:gd name="p0y12" fmla="*/ 1140 h 1350"/>
              <a:gd name="p0x13" fmla="*/ 0 w 1202"/>
              <a:gd name="p0y13" fmla="*/ 210 h 1350"/>
              <a:gd name="p0x14" fmla="*/ 0 w 1202"/>
              <a:gd name="p0y14" fmla="*/ 94 h 1350"/>
              <a:gd name="p0x15" fmla="*/ 94 w 1202"/>
              <a:gd name="p0y15" fmla="*/ 0 h 1350"/>
              <a:gd name="p0x16" fmla="*/ 210 w 1202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7"/>
            </p:custDataLst>
          </p:nvPr>
        </p:nvSpPr>
        <p:spPr>
          <a:xfrm>
            <a:off x="5019894" y="4848225"/>
            <a:ext cx="467697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MySQL 8.0</a:t>
            </a:r>
            <a:endParaRPr sz="105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4995567" y="5200650"/>
            <a:ext cx="51636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8</a:t>
            </a:r>
            <a:r>
              <a:rPr lang="zh-CN" altLang="en-US"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分片</a:t>
            </a:r>
            <a:r>
              <a:rPr lang="en-US" altLang="zh-CN"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+1</a:t>
            </a:r>
            <a:r>
              <a:rPr lang="zh-CN" altLang="en-US"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主</a:t>
            </a:r>
            <a:endParaRPr lang="zh-CN" altLang="en-US" sz="1050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9"/>
            </p:custDataLst>
          </p:nvPr>
        </p:nvSpPr>
        <p:spPr>
          <a:xfrm>
            <a:off x="5711190" y="4772025"/>
            <a:ext cx="629285" cy="857250"/>
          </a:xfrm>
          <a:custGeom>
            <a:avLst/>
            <a:gdLst>
              <a:gd name="sw" fmla="*/ 1 w 990"/>
              <a:gd name="sh" fmla="*/ 1 h 1350"/>
              <a:gd name="mins" fmla="min sw sh"/>
              <a:gd name="dsw" fmla="+- 0 sw mins"/>
              <a:gd name="dsh" fmla="+- 0 sh mins"/>
              <a:gd name="p0x0" fmla="*/ 210 w 990"/>
              <a:gd name="p0y0" fmla="*/ 0 h 1350"/>
              <a:gd name="p0x1" fmla="*/ 780 w 990"/>
              <a:gd name="p0y1" fmla="*/ 0 h 1350"/>
              <a:gd name="p0x2" fmla="*/ 896 w 990"/>
              <a:gd name="p0y2" fmla="*/ 0 h 1350"/>
              <a:gd name="p0x3" fmla="*/ 990 w 990"/>
              <a:gd name="p0y3" fmla="*/ 94 h 1350"/>
              <a:gd name="p0x4" fmla="*/ 990 w 990"/>
              <a:gd name="p0y4" fmla="*/ 210 h 1350"/>
              <a:gd name="p0x5" fmla="*/ 990 w 990"/>
              <a:gd name="p0y5" fmla="*/ 1140 h 1350"/>
              <a:gd name="p0x6" fmla="*/ 990 w 990"/>
              <a:gd name="p0y6" fmla="*/ 1255 h 1350"/>
              <a:gd name="p0x7" fmla="*/ 896 w 990"/>
              <a:gd name="p0y7" fmla="*/ 1350 h 1350"/>
              <a:gd name="p0x8" fmla="*/ 780 w 990"/>
              <a:gd name="p0y8" fmla="*/ 1350 h 1350"/>
              <a:gd name="p0x9" fmla="*/ 210 w 990"/>
              <a:gd name="p0y9" fmla="*/ 1350 h 1350"/>
              <a:gd name="p0x10" fmla="*/ 94 w 990"/>
              <a:gd name="p0y10" fmla="*/ 1350 h 1350"/>
              <a:gd name="p0x11" fmla="*/ 0 w 990"/>
              <a:gd name="p0y11" fmla="*/ 1255 h 1350"/>
              <a:gd name="p0x12" fmla="*/ 0 w 990"/>
              <a:gd name="p0y12" fmla="*/ 1140 h 1350"/>
              <a:gd name="p0x13" fmla="*/ 0 w 990"/>
              <a:gd name="p0y13" fmla="*/ 210 h 1350"/>
              <a:gd name="p0x14" fmla="*/ 0 w 990"/>
              <a:gd name="p0y14" fmla="*/ 94 h 1350"/>
              <a:gd name="p0x15" fmla="*/ 94 w 990"/>
              <a:gd name="p0y15" fmla="*/ 0 h 1350"/>
              <a:gd name="p0x16" fmla="*/ 210 w 99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DEE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5773350" y="4848225"/>
            <a:ext cx="50572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b="1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MinIO</a:t>
            </a:r>
            <a:endParaRPr sz="1050" b="1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51"/>
            </p:custDataLst>
          </p:nvPr>
        </p:nvSpPr>
        <p:spPr>
          <a:xfrm>
            <a:off x="5826109" y="5024438"/>
            <a:ext cx="400126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0F4F6E"/>
                </a:solidFill>
                <a:latin typeface="MiSans" panose="00000500000000000000" charset="-122"/>
                <a:ea typeface="MiSans" panose="00000500000000000000" charset="-122"/>
              </a:rPr>
              <a:t>对象存储</a:t>
            </a:r>
            <a:endParaRPr sz="1050">
              <a:solidFill>
                <a:srgbClr val="0F4F6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52"/>
            </p:custDataLst>
          </p:nvPr>
        </p:nvSpPr>
        <p:spPr>
          <a:xfrm>
            <a:off x="6754495" y="1109345"/>
            <a:ext cx="2330450" cy="2571750"/>
          </a:xfrm>
          <a:custGeom>
            <a:avLst/>
            <a:gdLst>
              <a:gd name="sw" fmla="*/ 1 w 3669"/>
              <a:gd name="sh" fmla="*/ 1 h 4050"/>
              <a:gd name="mins" fmla="min sw sh"/>
              <a:gd name="dsw" fmla="+- 0 sw mins"/>
              <a:gd name="dsh" fmla="+- 0 sh mins"/>
              <a:gd name="p0x0" fmla="*/ 330 w 3669"/>
              <a:gd name="p0y0" fmla="*/ 0 h 4050"/>
              <a:gd name="p0x1" fmla="*/ 3339 w 3669"/>
              <a:gd name="p0y1" fmla="*/ 0 h 4050"/>
              <a:gd name="p0x2" fmla="*/ 3522 w 3669"/>
              <a:gd name="p0y2" fmla="*/ 0 h 4050"/>
              <a:gd name="p0x3" fmla="*/ 3669 w 3669"/>
              <a:gd name="p0y3" fmla="*/ 147 h 4050"/>
              <a:gd name="p0x4" fmla="*/ 3669 w 3669"/>
              <a:gd name="p0y4" fmla="*/ 330 h 4050"/>
              <a:gd name="p0x5" fmla="*/ 3669 w 3669"/>
              <a:gd name="p0y5" fmla="*/ 3720 h 4050"/>
              <a:gd name="p0x6" fmla="*/ 3669 w 3669"/>
              <a:gd name="p0y6" fmla="*/ 3902 h 4050"/>
              <a:gd name="p0x7" fmla="*/ 3522 w 3669"/>
              <a:gd name="p0y7" fmla="*/ 4050 h 4050"/>
              <a:gd name="p0x8" fmla="*/ 3339 w 3669"/>
              <a:gd name="p0y8" fmla="*/ 4050 h 4050"/>
              <a:gd name="p0x9" fmla="*/ 330 w 3669"/>
              <a:gd name="p0y9" fmla="*/ 4050 h 4050"/>
              <a:gd name="p0x10" fmla="*/ 147 w 3669"/>
              <a:gd name="p0y10" fmla="*/ 4050 h 4050"/>
              <a:gd name="p0x11" fmla="*/ 0 w 3669"/>
              <a:gd name="p0y11" fmla="*/ 3902 h 4050"/>
              <a:gd name="p0x12" fmla="*/ 0 w 3669"/>
              <a:gd name="p0y12" fmla="*/ 3720 h 4050"/>
              <a:gd name="p0x13" fmla="*/ 0 w 3669"/>
              <a:gd name="p0y13" fmla="*/ 330 h 4050"/>
              <a:gd name="p0x14" fmla="*/ 0 w 3669"/>
              <a:gd name="p0y14" fmla="*/ 147 h 4050"/>
              <a:gd name="p0x15" fmla="*/ 147 w 3669"/>
              <a:gd name="p0y15" fmla="*/ 0 h 4050"/>
              <a:gd name="p0x16" fmla="*/ 330 w 3669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53"/>
            </p:custDataLst>
          </p:nvPr>
        </p:nvSpPr>
        <p:spPr>
          <a:xfrm>
            <a:off x="6950075" y="2185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-8824" b="-8824"/>
          <a:stretch>
            <a:fillRect/>
          </a:stretch>
        </p:blipFill>
        <p:spPr>
          <a:xfrm>
            <a:off x="7040245" y="2299970"/>
            <a:ext cx="238125" cy="19050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57"/>
            </p:custDataLst>
          </p:nvPr>
        </p:nvSpPr>
        <p:spPr>
          <a:xfrm>
            <a:off x="7483745" y="1914525"/>
            <a:ext cx="1406424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Docker Compose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8"/>
            </p:custDataLst>
          </p:nvPr>
        </p:nvSpPr>
        <p:spPr>
          <a:xfrm>
            <a:off x="7483745" y="2419350"/>
            <a:ext cx="140642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本地开发环境一键编排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59"/>
            </p:custDataLst>
          </p:nvPr>
        </p:nvSpPr>
        <p:spPr>
          <a:xfrm>
            <a:off x="9284970" y="1109345"/>
            <a:ext cx="2330450" cy="2571750"/>
          </a:xfrm>
          <a:custGeom>
            <a:avLst/>
            <a:gdLst>
              <a:gd name="sw" fmla="*/ 1 w 3669"/>
              <a:gd name="sh" fmla="*/ 1 h 4050"/>
              <a:gd name="mins" fmla="min sw sh"/>
              <a:gd name="dsw" fmla="+- 0 sw mins"/>
              <a:gd name="dsh" fmla="+- 0 sh mins"/>
              <a:gd name="p0x0" fmla="*/ 330 w 3669"/>
              <a:gd name="p0y0" fmla="*/ 0 h 4050"/>
              <a:gd name="p0x1" fmla="*/ 3339 w 3669"/>
              <a:gd name="p0y1" fmla="*/ 0 h 4050"/>
              <a:gd name="p0x2" fmla="*/ 3522 w 3669"/>
              <a:gd name="p0y2" fmla="*/ 0 h 4050"/>
              <a:gd name="p0x3" fmla="*/ 3669 w 3669"/>
              <a:gd name="p0y3" fmla="*/ 147 h 4050"/>
              <a:gd name="p0x4" fmla="*/ 3669 w 3669"/>
              <a:gd name="p0y4" fmla="*/ 330 h 4050"/>
              <a:gd name="p0x5" fmla="*/ 3669 w 3669"/>
              <a:gd name="p0y5" fmla="*/ 3720 h 4050"/>
              <a:gd name="p0x6" fmla="*/ 3669 w 3669"/>
              <a:gd name="p0y6" fmla="*/ 3902 h 4050"/>
              <a:gd name="p0x7" fmla="*/ 3522 w 3669"/>
              <a:gd name="p0y7" fmla="*/ 4050 h 4050"/>
              <a:gd name="p0x8" fmla="*/ 3339 w 3669"/>
              <a:gd name="p0y8" fmla="*/ 4050 h 4050"/>
              <a:gd name="p0x9" fmla="*/ 330 w 3669"/>
              <a:gd name="p0y9" fmla="*/ 4050 h 4050"/>
              <a:gd name="p0x10" fmla="*/ 147 w 3669"/>
              <a:gd name="p0y10" fmla="*/ 4050 h 4050"/>
              <a:gd name="p0x11" fmla="*/ 0 w 3669"/>
              <a:gd name="p0y11" fmla="*/ 3902 h 4050"/>
              <a:gd name="p0x12" fmla="*/ 0 w 3669"/>
              <a:gd name="p0y12" fmla="*/ 3720 h 4050"/>
              <a:gd name="p0x13" fmla="*/ 0 w 3669"/>
              <a:gd name="p0y13" fmla="*/ 330 h 4050"/>
              <a:gd name="p0x14" fmla="*/ 0 w 3669"/>
              <a:gd name="p0y14" fmla="*/ 147 h 4050"/>
              <a:gd name="p0x15" fmla="*/ 147 w 3669"/>
              <a:gd name="p0y15" fmla="*/ 0 h 4050"/>
              <a:gd name="p0x16" fmla="*/ 330 w 3669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>
            <p:custDataLst>
              <p:tags r:id="rId60"/>
            </p:custDataLst>
          </p:nvPr>
        </p:nvSpPr>
        <p:spPr>
          <a:xfrm>
            <a:off x="9480550" y="2185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9594850" y="2299970"/>
            <a:ext cx="190500" cy="19050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64"/>
            </p:custDataLst>
          </p:nvPr>
        </p:nvSpPr>
        <p:spPr>
          <a:xfrm>
            <a:off x="10014118" y="2040731"/>
            <a:ext cx="140642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Kubernetes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65"/>
            </p:custDataLst>
          </p:nvPr>
        </p:nvSpPr>
        <p:spPr>
          <a:xfrm>
            <a:off x="10014118" y="2293144"/>
            <a:ext cx="140642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生产级容器编排与弹性伸缩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66"/>
            </p:custDataLst>
          </p:nvPr>
        </p:nvSpPr>
        <p:spPr>
          <a:xfrm>
            <a:off x="6754495" y="3900170"/>
            <a:ext cx="2330450" cy="2571750"/>
          </a:xfrm>
          <a:custGeom>
            <a:avLst/>
            <a:gdLst>
              <a:gd name="sw" fmla="*/ 1 w 3669"/>
              <a:gd name="sh" fmla="*/ 1 h 4050"/>
              <a:gd name="mins" fmla="min sw sh"/>
              <a:gd name="dsw" fmla="+- 0 sw mins"/>
              <a:gd name="dsh" fmla="+- 0 sh mins"/>
              <a:gd name="p0x0" fmla="*/ 330 w 3669"/>
              <a:gd name="p0y0" fmla="*/ 0 h 4050"/>
              <a:gd name="p0x1" fmla="*/ 3339 w 3669"/>
              <a:gd name="p0y1" fmla="*/ 0 h 4050"/>
              <a:gd name="p0x2" fmla="*/ 3522 w 3669"/>
              <a:gd name="p0y2" fmla="*/ 0 h 4050"/>
              <a:gd name="p0x3" fmla="*/ 3669 w 3669"/>
              <a:gd name="p0y3" fmla="*/ 147 h 4050"/>
              <a:gd name="p0x4" fmla="*/ 3669 w 3669"/>
              <a:gd name="p0y4" fmla="*/ 330 h 4050"/>
              <a:gd name="p0x5" fmla="*/ 3669 w 3669"/>
              <a:gd name="p0y5" fmla="*/ 3720 h 4050"/>
              <a:gd name="p0x6" fmla="*/ 3669 w 3669"/>
              <a:gd name="p0y6" fmla="*/ 3902 h 4050"/>
              <a:gd name="p0x7" fmla="*/ 3522 w 3669"/>
              <a:gd name="p0y7" fmla="*/ 4050 h 4050"/>
              <a:gd name="p0x8" fmla="*/ 3339 w 3669"/>
              <a:gd name="p0y8" fmla="*/ 4050 h 4050"/>
              <a:gd name="p0x9" fmla="*/ 330 w 3669"/>
              <a:gd name="p0y9" fmla="*/ 4050 h 4050"/>
              <a:gd name="p0x10" fmla="*/ 147 w 3669"/>
              <a:gd name="p0y10" fmla="*/ 4050 h 4050"/>
              <a:gd name="p0x11" fmla="*/ 0 w 3669"/>
              <a:gd name="p0y11" fmla="*/ 3902 h 4050"/>
              <a:gd name="p0x12" fmla="*/ 0 w 3669"/>
              <a:gd name="p0y12" fmla="*/ 3720 h 4050"/>
              <a:gd name="p0x13" fmla="*/ 0 w 3669"/>
              <a:gd name="p0y13" fmla="*/ 330 h 4050"/>
              <a:gd name="p0x14" fmla="*/ 0 w 3669"/>
              <a:gd name="p0y14" fmla="*/ 147 h 4050"/>
              <a:gd name="p0x15" fmla="*/ 147 w 3669"/>
              <a:gd name="p0y15" fmla="*/ 0 h 4050"/>
              <a:gd name="p0x16" fmla="*/ 330 w 3669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67"/>
            </p:custDataLst>
          </p:nvPr>
        </p:nvSpPr>
        <p:spPr>
          <a:xfrm>
            <a:off x="7789440" y="4635341"/>
            <a:ext cx="680666" cy="468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3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7</a:t>
            </a:r>
            <a:endParaRPr sz="33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68"/>
            </p:custDataLst>
          </p:nvPr>
        </p:nvSpPr>
        <p:spPr>
          <a:xfrm>
            <a:off x="7380456" y="5155406"/>
            <a:ext cx="127010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Kafka Topic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9"/>
            </p:custDataLst>
          </p:nvPr>
        </p:nvSpPr>
        <p:spPr>
          <a:xfrm>
            <a:off x="7062930" y="5484019"/>
            <a:ext cx="17145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消息分类与异步解耦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70"/>
            </p:custDataLst>
          </p:nvPr>
        </p:nvSpPr>
        <p:spPr>
          <a:xfrm>
            <a:off x="9284970" y="3900170"/>
            <a:ext cx="2330450" cy="2571750"/>
          </a:xfrm>
          <a:custGeom>
            <a:avLst/>
            <a:gdLst>
              <a:gd name="sw" fmla="*/ 1 w 3669"/>
              <a:gd name="sh" fmla="*/ 1 h 4050"/>
              <a:gd name="mins" fmla="min sw sh"/>
              <a:gd name="dsw" fmla="+- 0 sw mins"/>
              <a:gd name="dsh" fmla="+- 0 sh mins"/>
              <a:gd name="p0x0" fmla="*/ 330 w 3669"/>
              <a:gd name="p0y0" fmla="*/ 0 h 4050"/>
              <a:gd name="p0x1" fmla="*/ 3339 w 3669"/>
              <a:gd name="p0y1" fmla="*/ 0 h 4050"/>
              <a:gd name="p0x2" fmla="*/ 3522 w 3669"/>
              <a:gd name="p0y2" fmla="*/ 0 h 4050"/>
              <a:gd name="p0x3" fmla="*/ 3669 w 3669"/>
              <a:gd name="p0y3" fmla="*/ 147 h 4050"/>
              <a:gd name="p0x4" fmla="*/ 3669 w 3669"/>
              <a:gd name="p0y4" fmla="*/ 330 h 4050"/>
              <a:gd name="p0x5" fmla="*/ 3669 w 3669"/>
              <a:gd name="p0y5" fmla="*/ 3720 h 4050"/>
              <a:gd name="p0x6" fmla="*/ 3669 w 3669"/>
              <a:gd name="p0y6" fmla="*/ 3902 h 4050"/>
              <a:gd name="p0x7" fmla="*/ 3522 w 3669"/>
              <a:gd name="p0y7" fmla="*/ 4050 h 4050"/>
              <a:gd name="p0x8" fmla="*/ 3339 w 3669"/>
              <a:gd name="p0y8" fmla="*/ 4050 h 4050"/>
              <a:gd name="p0x9" fmla="*/ 330 w 3669"/>
              <a:gd name="p0y9" fmla="*/ 4050 h 4050"/>
              <a:gd name="p0x10" fmla="*/ 147 w 3669"/>
              <a:gd name="p0y10" fmla="*/ 4050 h 4050"/>
              <a:gd name="p0x11" fmla="*/ 0 w 3669"/>
              <a:gd name="p0y11" fmla="*/ 3902 h 4050"/>
              <a:gd name="p0x12" fmla="*/ 0 w 3669"/>
              <a:gd name="p0y12" fmla="*/ 3720 h 4050"/>
              <a:gd name="p0x13" fmla="*/ 0 w 3669"/>
              <a:gd name="p0y13" fmla="*/ 330 h 4050"/>
              <a:gd name="p0x14" fmla="*/ 0 w 3669"/>
              <a:gd name="p0y14" fmla="*/ 147 h 4050"/>
              <a:gd name="p0x15" fmla="*/ 147 w 3669"/>
              <a:gd name="p0y15" fmla="*/ 0 h 4050"/>
              <a:gd name="p0x16" fmla="*/ 330 w 3669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71"/>
            </p:custDataLst>
          </p:nvPr>
        </p:nvSpPr>
        <p:spPr>
          <a:xfrm>
            <a:off x="9998716" y="4619625"/>
            <a:ext cx="1094261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512</a:t>
            </a:r>
            <a:endParaRPr sz="30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72"/>
            </p:custDataLst>
          </p:nvPr>
        </p:nvSpPr>
        <p:spPr>
          <a:xfrm>
            <a:off x="10750077" y="4838700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张</a:t>
            </a:r>
            <a:endParaRPr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73"/>
            </p:custDataLst>
          </p:nvPr>
        </p:nvSpPr>
        <p:spPr>
          <a:xfrm>
            <a:off x="9974380" y="5195888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消息数据表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74"/>
            </p:custDataLst>
          </p:nvPr>
        </p:nvSpPr>
        <p:spPr>
          <a:xfrm>
            <a:off x="9467250" y="5524500"/>
            <a:ext cx="19667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8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分片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×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64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表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水平扩展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消息链路深度分析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02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私聊消息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—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核心挑战与场景</a:t>
            </a:r>
            <a:endParaRPr lang="zh-CN" altLang="en-US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876300"/>
          </a:xfrm>
          <a:custGeom>
            <a:avLst/>
            <a:gdLst>
              <a:gd name="sw" fmla="*/ 1 w 17400"/>
              <a:gd name="sh" fmla="*/ 1 h 1380"/>
              <a:gd name="mins" fmla="min sw sh"/>
              <a:gd name="dsw" fmla="+- 0 sw mins"/>
              <a:gd name="dsh" fmla="+- 0 sh mins"/>
              <a:gd name="p0x0" fmla="*/ 210 w 17400"/>
              <a:gd name="p0y0" fmla="*/ 0 h 1380"/>
              <a:gd name="p0x1" fmla="*/ 17190 w 17400"/>
              <a:gd name="p0y1" fmla="*/ 0 h 1380"/>
              <a:gd name="p0x2" fmla="*/ 17305 w 17400"/>
              <a:gd name="p0y2" fmla="*/ 0 h 1380"/>
              <a:gd name="p0x3" fmla="*/ 17400 w 17400"/>
              <a:gd name="p0y3" fmla="*/ 94 h 1380"/>
              <a:gd name="p0x4" fmla="*/ 17400 w 17400"/>
              <a:gd name="p0y4" fmla="*/ 210 h 1380"/>
              <a:gd name="p0x5" fmla="*/ 17400 w 17400"/>
              <a:gd name="p0y5" fmla="*/ 1170 h 1380"/>
              <a:gd name="p0x6" fmla="*/ 17400 w 17400"/>
              <a:gd name="p0y6" fmla="*/ 1285 h 1380"/>
              <a:gd name="p0x7" fmla="*/ 17305 w 17400"/>
              <a:gd name="p0y7" fmla="*/ 1380 h 1380"/>
              <a:gd name="p0x8" fmla="*/ 17190 w 17400"/>
              <a:gd name="p0y8" fmla="*/ 1380 h 1380"/>
              <a:gd name="p0x9" fmla="*/ 210 w 17400"/>
              <a:gd name="p0y9" fmla="*/ 1380 h 1380"/>
              <a:gd name="p0x10" fmla="*/ 94 w 17400"/>
              <a:gd name="p0y10" fmla="*/ 1380 h 1380"/>
              <a:gd name="p0x11" fmla="*/ 0 w 17400"/>
              <a:gd name="p0y11" fmla="*/ 1285 h 1380"/>
              <a:gd name="p0x12" fmla="*/ 0 w 17400"/>
              <a:gd name="p0y12" fmla="*/ 1170 h 1380"/>
              <a:gd name="p0x13" fmla="*/ 0 w 17400"/>
              <a:gd name="p0y13" fmla="*/ 210 h 1380"/>
              <a:gd name="p0x14" fmla="*/ 0 w 17400"/>
              <a:gd name="p0y14" fmla="*/ 94 h 1380"/>
              <a:gd name="p0x15" fmla="*/ 94 w 17400"/>
              <a:gd name="p0y15" fmla="*/ 0 h 1380"/>
              <a:gd name="p0x16" fmla="*/ 210 w 17400"/>
              <a:gd name="p0y16" fmla="*/ 0 h 13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62000" y="12954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85825" y="141414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71600" y="1357313"/>
            <a:ext cx="8218246" cy="371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分布式多实例下的四大挑战：</a:t>
            </a:r>
            <a:r>
              <a:rPr sz="2200" b="1" spc="-22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消息丢失</a:t>
            </a:r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/</a:t>
            </a:r>
            <a:r>
              <a:rPr sz="2200" b="1" spc="-22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消息重复</a:t>
            </a:r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/</a:t>
            </a:r>
            <a:r>
              <a:rPr sz="2200" b="1" spc="-22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乱序</a:t>
            </a:r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/</a:t>
            </a:r>
            <a:r>
              <a:rPr sz="2200" b="1" spc="-22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路由低效</a:t>
            </a:r>
            <a:endParaRPr sz="2200" b="1" spc="-22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571500" y="2171700"/>
            <a:ext cx="11049000" cy="3482340"/>
          </a:xfrm>
          <a:custGeom>
            <a:avLst/>
            <a:gdLst>
              <a:gd name="sw" fmla="*/ 1 w 17400"/>
              <a:gd name="sh" fmla="*/ 1 h 6780"/>
              <a:gd name="mins" fmla="min sw sh"/>
              <a:gd name="dsw" fmla="+- 0 sw mins"/>
              <a:gd name="dsh" fmla="+- 0 sh mins"/>
              <a:gd name="p0x0" fmla="*/ 210 w 17400"/>
              <a:gd name="p0y0" fmla="*/ 0 h 6780"/>
              <a:gd name="p0x1" fmla="*/ 17190 w 17400"/>
              <a:gd name="p0y1" fmla="*/ 0 h 6780"/>
              <a:gd name="p0x2" fmla="*/ 17305 w 17400"/>
              <a:gd name="p0y2" fmla="*/ 0 h 6780"/>
              <a:gd name="p0x3" fmla="*/ 17400 w 17400"/>
              <a:gd name="p0y3" fmla="*/ 94 h 6780"/>
              <a:gd name="p0x4" fmla="*/ 17400 w 17400"/>
              <a:gd name="p0y4" fmla="*/ 210 h 6780"/>
              <a:gd name="p0x5" fmla="*/ 17400 w 17400"/>
              <a:gd name="p0y5" fmla="*/ 6570 h 6780"/>
              <a:gd name="p0x6" fmla="*/ 17400 w 17400"/>
              <a:gd name="p0y6" fmla="*/ 6685 h 6780"/>
              <a:gd name="p0x7" fmla="*/ 17305 w 17400"/>
              <a:gd name="p0y7" fmla="*/ 6780 h 6780"/>
              <a:gd name="p0x8" fmla="*/ 17190 w 17400"/>
              <a:gd name="p0y8" fmla="*/ 6780 h 6780"/>
              <a:gd name="p0x9" fmla="*/ 210 w 17400"/>
              <a:gd name="p0y9" fmla="*/ 6780 h 6780"/>
              <a:gd name="p0x10" fmla="*/ 94 w 17400"/>
              <a:gd name="p0y10" fmla="*/ 6780 h 6780"/>
              <a:gd name="p0x11" fmla="*/ 0 w 17400"/>
              <a:gd name="p0y11" fmla="*/ 6685 h 6780"/>
              <a:gd name="p0x12" fmla="*/ 0 w 17400"/>
              <a:gd name="p0y12" fmla="*/ 6570 h 6780"/>
              <a:gd name="p0x13" fmla="*/ 0 w 17400"/>
              <a:gd name="p0y13" fmla="*/ 210 h 6780"/>
              <a:gd name="p0x14" fmla="*/ 0 w 17400"/>
              <a:gd name="p0y14" fmla="*/ 94 h 6780"/>
              <a:gd name="p0x15" fmla="*/ 94 w 17400"/>
              <a:gd name="p0y15" fmla="*/ 0 h 6780"/>
              <a:gd name="p0x16" fmla="*/ 210 w 17400"/>
              <a:gd name="p0y16" fmla="*/ 0 h 6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571500" y="2171700"/>
            <a:ext cx="3155950" cy="528320"/>
            <a:chOff x="900" y="3420"/>
            <a:chExt cx="4970" cy="832"/>
          </a:xfrm>
        </p:grpSpPr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900" y="3420"/>
              <a:ext cx="4971" cy="832"/>
            </a:xfrm>
            <a:custGeom>
              <a:avLst/>
              <a:gdLst>
                <a:gd name="sw" fmla="*/ 1 w 4971"/>
                <a:gd name="sh" fmla="*/ 1 h 832"/>
                <a:gd name="mins" fmla="min sw sh"/>
                <a:gd name="dsw" fmla="+- 0 sw mins"/>
                <a:gd name="dsh" fmla="+- 0 sh mins"/>
                <a:gd name="p0x0" fmla="*/ 0 w 4971"/>
                <a:gd name="p0y0" fmla="*/ 0 h 832"/>
                <a:gd name="p0x1" fmla="*/ 4971 w 4971"/>
                <a:gd name="p0y1" fmla="*/ 0 h 832"/>
                <a:gd name="p0x2" fmla="*/ 4971 w 4971"/>
                <a:gd name="p0y2" fmla="*/ 832 h 832"/>
                <a:gd name="p0x3" fmla="*/ 0 w 4971"/>
                <a:gd name="p0y3" fmla="*/ 832 h 832"/>
                <a:gd name="p0x4" fmla="*/ 0 w 4971"/>
                <a:gd name="p0y4" fmla="*/ 0 h 832"/>
              </a:gdLst>
              <a:ahLst/>
              <a:cxnLst/>
              <a:pathLst>
                <a:path w="4971" h="832">
                  <a:moveTo>
                    <a:pt x="210" y="0"/>
                  </a:moveTo>
                  <a:lnTo>
                    <a:pt x="4971" y="0"/>
                  </a:lnTo>
                  <a:lnTo>
                    <a:pt x="4971" y="832"/>
                  </a:lnTo>
                  <a:lnTo>
                    <a:pt x="0" y="832"/>
                  </a:lnTo>
                  <a:lnTo>
                    <a:pt x="0" y="210"/>
                  </a:lnTo>
                  <a:cubicBezTo>
                    <a:pt x="0" y="94"/>
                    <a:pt x="94" y="0"/>
                    <a:pt x="210" y="0"/>
                  </a:cubicBezTo>
                  <a:close/>
                </a:path>
              </a:pathLst>
            </a:custGeom>
            <a:solidFill>
              <a:srgbClr val="116C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0"/>
              </p:custDataLst>
            </p:nvPr>
          </p:nvSpPr>
          <p:spPr>
            <a:xfrm>
              <a:off x="5856" y="3420"/>
              <a:ext cx="15" cy="832"/>
            </a:xfrm>
            <a:custGeom>
              <a:avLst/>
              <a:gdLst>
                <a:gd name="sw" fmla="*/ 1 w 15"/>
                <a:gd name="sh" fmla="*/ 1 h 832"/>
                <a:gd name="mins" fmla="min sw sh"/>
                <a:gd name="dsw" fmla="+- 0 sw mins"/>
                <a:gd name="dsh" fmla="+- 0 sh mins"/>
                <a:gd name="p0x0" fmla="*/ 15 w 15"/>
                <a:gd name="p0y0" fmla="*/ 0 h 832"/>
                <a:gd name="p0x1" fmla="*/ 15 w 15"/>
                <a:gd name="p0y1" fmla="*/ 832 h 832"/>
                <a:gd name="p0x2" fmla="*/ 0 w 15"/>
                <a:gd name="p0y2" fmla="*/ 832 h 832"/>
                <a:gd name="p0x3" fmla="*/ 0 w 15"/>
                <a:gd name="p0y3" fmla="*/ 0 h 832"/>
                <a:gd name="p0x4" fmla="*/ 15 w 15"/>
                <a:gd name="p0y4" fmla="*/ 0 h 832"/>
              </a:gdLst>
              <a:ahLst/>
              <a:cxnLst/>
              <a:pathLst>
                <a:path w="15" h="832">
                  <a:moveTo>
                    <a:pt x="15" y="0"/>
                  </a:moveTo>
                  <a:lnTo>
                    <a:pt x="15" y="832"/>
                  </a:lnTo>
                  <a:lnTo>
                    <a:pt x="0" y="832"/>
                  </a:lnTo>
                  <a:lnTo>
                    <a:pt x="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723900" y="2286000"/>
            <a:ext cx="284247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场景</a:t>
            </a:r>
            <a:endParaRPr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3728085" y="2171700"/>
            <a:ext cx="5261610" cy="528320"/>
            <a:chOff x="5871" y="3420"/>
            <a:chExt cx="8286" cy="832"/>
          </a:xfrm>
        </p:grpSpPr>
        <p:sp>
          <p:nvSpPr>
            <p:cNvPr id="13" name="任意多边形 12"/>
            <p:cNvSpPr/>
            <p:nvPr>
              <p:custDataLst>
                <p:tags r:id="rId12"/>
              </p:custDataLst>
            </p:nvPr>
          </p:nvSpPr>
          <p:spPr>
            <a:xfrm>
              <a:off x="5871" y="3420"/>
              <a:ext cx="8286" cy="832"/>
            </a:xfrm>
            <a:custGeom>
              <a:avLst/>
              <a:gdLst>
                <a:gd name="sw" fmla="*/ 1 w 8285"/>
                <a:gd name="sh" fmla="*/ 1 h 832"/>
                <a:gd name="mins" fmla="min sw sh"/>
                <a:gd name="dsw" fmla="+- 0 sw mins"/>
                <a:gd name="dsh" fmla="+- 0 sh mins"/>
                <a:gd name="p0x0" fmla="*/ 0 w 8285"/>
                <a:gd name="p0y0" fmla="*/ 0 h 832"/>
                <a:gd name="p0x1" fmla="*/ 8285 w 8285"/>
                <a:gd name="p0y1" fmla="*/ 0 h 832"/>
                <a:gd name="p0x2" fmla="*/ 8285 w 8285"/>
                <a:gd name="p0y2" fmla="*/ 832 h 832"/>
                <a:gd name="p0x3" fmla="*/ 0 w 8285"/>
                <a:gd name="p0y3" fmla="*/ 832 h 832"/>
                <a:gd name="p0x4" fmla="*/ 0 w 8285"/>
                <a:gd name="p0y4" fmla="*/ 0 h 832"/>
              </a:gdLst>
              <a:ahLst/>
              <a:cxnLst/>
              <a:pathLst>
                <a:path w="8286" h="832">
                  <a:moveTo>
                    <a:pt x="0" y="0"/>
                  </a:moveTo>
                  <a:lnTo>
                    <a:pt x="8286" y="0"/>
                  </a:lnTo>
                  <a:lnTo>
                    <a:pt x="8286" y="832"/>
                  </a:lnTo>
                  <a:lnTo>
                    <a:pt x="0" y="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6C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3"/>
              </p:custDataLst>
            </p:nvPr>
          </p:nvSpPr>
          <p:spPr>
            <a:xfrm>
              <a:off x="14142" y="3420"/>
              <a:ext cx="15" cy="832"/>
            </a:xfrm>
            <a:custGeom>
              <a:avLst/>
              <a:gdLst>
                <a:gd name="sw" fmla="*/ 1 w 15"/>
                <a:gd name="sh" fmla="*/ 1 h 832"/>
                <a:gd name="mins" fmla="min sw sh"/>
                <a:gd name="dsw" fmla="+- 0 sw mins"/>
                <a:gd name="dsh" fmla="+- 0 sh mins"/>
                <a:gd name="p0x0" fmla="*/ 15 w 15"/>
                <a:gd name="p0y0" fmla="*/ 0 h 832"/>
                <a:gd name="p0x1" fmla="*/ 15 w 15"/>
                <a:gd name="p0y1" fmla="*/ 832 h 832"/>
                <a:gd name="p0x2" fmla="*/ 0 w 15"/>
                <a:gd name="p0y2" fmla="*/ 832 h 832"/>
                <a:gd name="p0x3" fmla="*/ 0 w 15"/>
                <a:gd name="p0y3" fmla="*/ 0 h 832"/>
                <a:gd name="p0x4" fmla="*/ 15 w 15"/>
                <a:gd name="p0y4" fmla="*/ 0 h 832"/>
              </a:gdLst>
              <a:ahLst/>
              <a:cxnLst/>
              <a:pathLst>
                <a:path w="15" h="832">
                  <a:moveTo>
                    <a:pt x="15" y="0"/>
                  </a:moveTo>
                  <a:lnTo>
                    <a:pt x="15" y="832"/>
                  </a:lnTo>
                  <a:lnTo>
                    <a:pt x="0" y="832"/>
                  </a:lnTo>
                  <a:lnTo>
                    <a:pt x="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3880695" y="2286000"/>
            <a:ext cx="494712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条件</a:t>
            </a:r>
            <a:endParaRPr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8989695" y="2171700"/>
            <a:ext cx="2630805" cy="5283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43" h="832">
                <a:moveTo>
                  <a:pt x="0" y="0"/>
                </a:moveTo>
                <a:lnTo>
                  <a:pt x="3933" y="0"/>
                </a:lnTo>
                <a:cubicBezTo>
                  <a:pt x="4049" y="0"/>
                  <a:pt x="4143" y="94"/>
                  <a:pt x="4143" y="210"/>
                </a:cubicBezTo>
                <a:lnTo>
                  <a:pt x="4143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9142143" y="2286000"/>
            <a:ext cx="2325957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复杂度</a:t>
            </a:r>
            <a:endParaRPr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571500" y="2700020"/>
            <a:ext cx="11049000" cy="9442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1487">
                <a:moveTo>
                  <a:pt x="17400" y="0"/>
                </a:moveTo>
                <a:lnTo>
                  <a:pt x="17400" y="1487"/>
                </a:lnTo>
                <a:lnTo>
                  <a:pt x="0" y="1487"/>
                </a:lnTo>
                <a:lnTo>
                  <a:pt x="0" y="0"/>
                </a:lnTo>
                <a:lnTo>
                  <a:pt x="174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723900" y="3046219"/>
            <a:ext cx="285199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同实例在线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3880695" y="3020035"/>
            <a:ext cx="495664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发送者与接收者在同一实例、均在线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9142095" y="2926715"/>
            <a:ext cx="561975" cy="276225"/>
          </a:xfrm>
          <a:custGeom>
            <a:avLst/>
            <a:gdLst>
              <a:gd name="sw" fmla="*/ 1 w 885"/>
              <a:gd name="sh" fmla="*/ 1 h 435"/>
              <a:gd name="mins" fmla="min sw sh"/>
              <a:gd name="dsw" fmla="+- 0 sw mins"/>
              <a:gd name="dsh" fmla="+- 0 sh mins"/>
              <a:gd name="p0x0" fmla="*/ 217 w 885"/>
              <a:gd name="p0y0" fmla="*/ 0 h 435"/>
              <a:gd name="p0x1" fmla="*/ 667 w 885"/>
              <a:gd name="p0y1" fmla="*/ 0 h 435"/>
              <a:gd name="p0x2" fmla="*/ 787 w 885"/>
              <a:gd name="p0y2" fmla="*/ 0 h 435"/>
              <a:gd name="p0x3" fmla="*/ 885 w 885"/>
              <a:gd name="p0y3" fmla="*/ 97 h 435"/>
              <a:gd name="p0x4" fmla="*/ 885 w 885"/>
              <a:gd name="p0y4" fmla="*/ 217 h 435"/>
              <a:gd name="p0x5" fmla="*/ 885 w 885"/>
              <a:gd name="p0y5" fmla="*/ 337 h 435"/>
              <a:gd name="p0x6" fmla="*/ 787 w 885"/>
              <a:gd name="p0y6" fmla="*/ 435 h 435"/>
              <a:gd name="p0x7" fmla="*/ 667 w 885"/>
              <a:gd name="p0y7" fmla="*/ 435 h 435"/>
              <a:gd name="p0x8" fmla="*/ 217 w 885"/>
              <a:gd name="p0y8" fmla="*/ 435 h 435"/>
              <a:gd name="p0x9" fmla="*/ 97 w 885"/>
              <a:gd name="p0y9" fmla="*/ 435 h 435"/>
              <a:gd name="p0x10" fmla="*/ 0 w 885"/>
              <a:gd name="p0y10" fmla="*/ 337 h 435"/>
              <a:gd name="p0x11" fmla="*/ 0 w 885"/>
              <a:gd name="p0y11" fmla="*/ 217 h 435"/>
              <a:gd name="p0x12" fmla="*/ 0 w 885"/>
              <a:gd name="p0y12" fmla="*/ 97 h 435"/>
              <a:gd name="p0x13" fmla="*/ 97 w 885"/>
              <a:gd name="p0y13" fmla="*/ 0 h 435"/>
              <a:gd name="p0x14" fmla="*/ 217 w 885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9270365" y="3007995"/>
            <a:ext cx="114300" cy="1143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9437418" y="2965256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低</a:t>
            </a:r>
            <a:endParaRPr sz="1200" b="1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9142143" y="3241481"/>
            <a:ext cx="232595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内存查路由</a:t>
            </a:r>
            <a:r>
              <a:rPr lang="en-US" altLang="zh-CN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→</a:t>
            </a:r>
            <a:r>
              <a:rPr lang="zh-CN" altLang="en-US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直接</a:t>
            </a:r>
            <a:r>
              <a:rPr lang="en-US" altLang="zh-CN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WS</a:t>
            </a:r>
            <a:r>
              <a:rPr lang="zh-CN" altLang="en-US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推送</a:t>
            </a:r>
            <a:endParaRPr lang="zh-CN" altLang="en-US" sz="105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571500" y="3644265"/>
            <a:ext cx="11049000" cy="9442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1487">
                <a:moveTo>
                  <a:pt x="17400" y="0"/>
                </a:moveTo>
                <a:lnTo>
                  <a:pt x="17400" y="1487"/>
                </a:lnTo>
                <a:lnTo>
                  <a:pt x="0" y="1487"/>
                </a:lnTo>
                <a:lnTo>
                  <a:pt x="0" y="0"/>
                </a:lnTo>
                <a:lnTo>
                  <a:pt x="174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723900" y="3990384"/>
            <a:ext cx="285199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跨实例在线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8"/>
            </p:custDataLst>
          </p:nvPr>
        </p:nvSpPr>
        <p:spPr>
          <a:xfrm>
            <a:off x="3880695" y="3964200"/>
            <a:ext cx="495664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发送者与接收者在不同实例、均在线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9"/>
            </p:custDataLst>
          </p:nvPr>
        </p:nvSpPr>
        <p:spPr>
          <a:xfrm>
            <a:off x="9142095" y="3870960"/>
            <a:ext cx="561975" cy="276225"/>
          </a:xfrm>
          <a:custGeom>
            <a:avLst/>
            <a:gdLst>
              <a:gd name="sw" fmla="*/ 1 w 885"/>
              <a:gd name="sh" fmla="*/ 1 h 435"/>
              <a:gd name="mins" fmla="min sw sh"/>
              <a:gd name="dsw" fmla="+- 0 sw mins"/>
              <a:gd name="dsh" fmla="+- 0 sh mins"/>
              <a:gd name="p0x0" fmla="*/ 217 w 885"/>
              <a:gd name="p0y0" fmla="*/ 0 h 435"/>
              <a:gd name="p0x1" fmla="*/ 667 w 885"/>
              <a:gd name="p0y1" fmla="*/ 0 h 435"/>
              <a:gd name="p0x2" fmla="*/ 787 w 885"/>
              <a:gd name="p0y2" fmla="*/ 0 h 435"/>
              <a:gd name="p0x3" fmla="*/ 885 w 885"/>
              <a:gd name="p0y3" fmla="*/ 97 h 435"/>
              <a:gd name="p0x4" fmla="*/ 885 w 885"/>
              <a:gd name="p0y4" fmla="*/ 217 h 435"/>
              <a:gd name="p0x5" fmla="*/ 885 w 885"/>
              <a:gd name="p0y5" fmla="*/ 337 h 435"/>
              <a:gd name="p0x6" fmla="*/ 787 w 885"/>
              <a:gd name="p0y6" fmla="*/ 435 h 435"/>
              <a:gd name="p0x7" fmla="*/ 667 w 885"/>
              <a:gd name="p0y7" fmla="*/ 435 h 435"/>
              <a:gd name="p0x8" fmla="*/ 217 w 885"/>
              <a:gd name="p0y8" fmla="*/ 435 h 435"/>
              <a:gd name="p0x9" fmla="*/ 97 w 885"/>
              <a:gd name="p0y9" fmla="*/ 435 h 435"/>
              <a:gd name="p0x10" fmla="*/ 0 w 885"/>
              <a:gd name="p0y10" fmla="*/ 337 h 435"/>
              <a:gd name="p0x11" fmla="*/ 0 w 885"/>
              <a:gd name="p0y11" fmla="*/ 217 h 435"/>
              <a:gd name="p0x12" fmla="*/ 0 w 885"/>
              <a:gd name="p0y12" fmla="*/ 97 h 435"/>
              <a:gd name="p0x13" fmla="*/ 97 w 885"/>
              <a:gd name="p0y13" fmla="*/ 0 h 435"/>
              <a:gd name="p0x14" fmla="*/ 217 w 885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CEC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9270365" y="3952240"/>
            <a:ext cx="114300" cy="1143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9437418" y="3909422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68440A"/>
                </a:solidFill>
                <a:latin typeface="MiSans" panose="00000500000000000000" charset="-122"/>
                <a:ea typeface="MiSans" panose="00000500000000000000" charset="-122"/>
              </a:rPr>
              <a:t>中</a:t>
            </a:r>
            <a:endParaRPr sz="1200" b="1">
              <a:solidFill>
                <a:srgbClr val="68440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9142143" y="4185647"/>
            <a:ext cx="232595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Outbox→Kafka</a:t>
            </a:r>
            <a:r>
              <a:rPr lang="zh-CN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跨实例投递</a:t>
            </a:r>
            <a:endParaRPr lang="zh-CN" sz="105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5"/>
            </p:custDataLst>
          </p:nvPr>
        </p:nvSpPr>
        <p:spPr>
          <a:xfrm>
            <a:off x="571500" y="4588510"/>
            <a:ext cx="11049000" cy="9442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1487">
                <a:moveTo>
                  <a:pt x="17400" y="0"/>
                </a:moveTo>
                <a:lnTo>
                  <a:pt x="17400" y="1487"/>
                </a:lnTo>
                <a:lnTo>
                  <a:pt x="0" y="1487"/>
                </a:lnTo>
                <a:lnTo>
                  <a:pt x="0" y="0"/>
                </a:lnTo>
                <a:lnTo>
                  <a:pt x="174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723900" y="4934550"/>
            <a:ext cx="285199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接收者离线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3880695" y="4908366"/>
            <a:ext cx="495664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接收者不在线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9142095" y="4815205"/>
            <a:ext cx="561975" cy="276225"/>
          </a:xfrm>
          <a:custGeom>
            <a:avLst/>
            <a:gdLst>
              <a:gd name="sw" fmla="*/ 1 w 885"/>
              <a:gd name="sh" fmla="*/ 1 h 435"/>
              <a:gd name="mins" fmla="min sw sh"/>
              <a:gd name="dsw" fmla="+- 0 sw mins"/>
              <a:gd name="dsh" fmla="+- 0 sh mins"/>
              <a:gd name="p0x0" fmla="*/ 217 w 885"/>
              <a:gd name="p0y0" fmla="*/ 0 h 435"/>
              <a:gd name="p0x1" fmla="*/ 667 w 885"/>
              <a:gd name="p0y1" fmla="*/ 0 h 435"/>
              <a:gd name="p0x2" fmla="*/ 787 w 885"/>
              <a:gd name="p0y2" fmla="*/ 0 h 435"/>
              <a:gd name="p0x3" fmla="*/ 885 w 885"/>
              <a:gd name="p0y3" fmla="*/ 97 h 435"/>
              <a:gd name="p0x4" fmla="*/ 885 w 885"/>
              <a:gd name="p0y4" fmla="*/ 217 h 435"/>
              <a:gd name="p0x5" fmla="*/ 885 w 885"/>
              <a:gd name="p0y5" fmla="*/ 337 h 435"/>
              <a:gd name="p0x6" fmla="*/ 787 w 885"/>
              <a:gd name="p0y6" fmla="*/ 435 h 435"/>
              <a:gd name="p0x7" fmla="*/ 667 w 885"/>
              <a:gd name="p0y7" fmla="*/ 435 h 435"/>
              <a:gd name="p0x8" fmla="*/ 217 w 885"/>
              <a:gd name="p0y8" fmla="*/ 435 h 435"/>
              <a:gd name="p0x9" fmla="*/ 97 w 885"/>
              <a:gd name="p0y9" fmla="*/ 435 h 435"/>
              <a:gd name="p0x10" fmla="*/ 0 w 885"/>
              <a:gd name="p0y10" fmla="*/ 337 h 435"/>
              <a:gd name="p0x11" fmla="*/ 0 w 885"/>
              <a:gd name="p0y11" fmla="*/ 217 h 435"/>
              <a:gd name="p0x12" fmla="*/ 0 w 885"/>
              <a:gd name="p0y12" fmla="*/ 97 h 435"/>
              <a:gd name="p0x13" fmla="*/ 97 w 885"/>
              <a:gd name="p0y13" fmla="*/ 0 h 435"/>
              <a:gd name="p0x14" fmla="*/ 217 w 885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CEC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9270365" y="4895850"/>
            <a:ext cx="114300" cy="1143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0"/>
            </p:custDataLst>
          </p:nvPr>
        </p:nvSpPr>
        <p:spPr>
          <a:xfrm>
            <a:off x="9437418" y="4853587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68440A"/>
                </a:solidFill>
                <a:latin typeface="MiSans" panose="00000500000000000000" charset="-122"/>
                <a:ea typeface="MiSans" panose="00000500000000000000" charset="-122"/>
              </a:rPr>
              <a:t>中</a:t>
            </a:r>
            <a:endParaRPr sz="1200" b="1">
              <a:solidFill>
                <a:srgbClr val="68440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1"/>
            </p:custDataLst>
          </p:nvPr>
        </p:nvSpPr>
        <p:spPr>
          <a:xfrm>
            <a:off x="9142143" y="5129812"/>
            <a:ext cx="232595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写</a:t>
            </a:r>
            <a:r>
              <a:rPr lang="en-US" altLang="zh-CN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Inbox→</a:t>
            </a:r>
            <a:r>
              <a:rPr lang="zh-CN" altLang="en-US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上线后</a:t>
            </a:r>
            <a:r>
              <a:rPr lang="en-US" altLang="zh-CN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HTTP</a:t>
            </a:r>
            <a:r>
              <a:rPr lang="zh-CN" altLang="en-US" sz="10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拉取</a:t>
            </a:r>
            <a:endParaRPr lang="zh-CN" altLang="en-US" sz="105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—Ingress-Consumer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可靠投递架构</a:t>
            </a:r>
            <a:endParaRPr lang="zh-CN" altLang="en-US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647700"/>
          </a:xfrm>
          <a:custGeom>
            <a:avLst/>
            <a:gdLst>
              <a:gd name="sw" fmla="*/ 1 w 17400"/>
              <a:gd name="sh" fmla="*/ 1 h 1020"/>
              <a:gd name="mins" fmla="min sw sh"/>
              <a:gd name="dsw" fmla="+- 0 sw mins"/>
              <a:gd name="dsh" fmla="+- 0 sh mins"/>
              <a:gd name="p0x0" fmla="*/ 210 w 17400"/>
              <a:gd name="p0y0" fmla="*/ 0 h 1020"/>
              <a:gd name="p0x1" fmla="*/ 17190 w 17400"/>
              <a:gd name="p0y1" fmla="*/ 0 h 1020"/>
              <a:gd name="p0x2" fmla="*/ 17305 w 17400"/>
              <a:gd name="p0y2" fmla="*/ 0 h 1020"/>
              <a:gd name="p0x3" fmla="*/ 17400 w 17400"/>
              <a:gd name="p0y3" fmla="*/ 94 h 1020"/>
              <a:gd name="p0x4" fmla="*/ 17400 w 17400"/>
              <a:gd name="p0y4" fmla="*/ 210 h 1020"/>
              <a:gd name="p0x5" fmla="*/ 17400 w 17400"/>
              <a:gd name="p0y5" fmla="*/ 810 h 1020"/>
              <a:gd name="p0x6" fmla="*/ 17400 w 17400"/>
              <a:gd name="p0y6" fmla="*/ 925 h 1020"/>
              <a:gd name="p0x7" fmla="*/ 17305 w 17400"/>
              <a:gd name="p0y7" fmla="*/ 1020 h 1020"/>
              <a:gd name="p0x8" fmla="*/ 17190 w 17400"/>
              <a:gd name="p0y8" fmla="*/ 1020 h 1020"/>
              <a:gd name="p0x9" fmla="*/ 210 w 17400"/>
              <a:gd name="p0y9" fmla="*/ 1020 h 1020"/>
              <a:gd name="p0x10" fmla="*/ 94 w 17400"/>
              <a:gd name="p0y10" fmla="*/ 1020 h 1020"/>
              <a:gd name="p0x11" fmla="*/ 0 w 17400"/>
              <a:gd name="p0y11" fmla="*/ 925 h 1020"/>
              <a:gd name="p0x12" fmla="*/ 0 w 17400"/>
              <a:gd name="p0y12" fmla="*/ 810 h 1020"/>
              <a:gd name="p0x13" fmla="*/ 0 w 17400"/>
              <a:gd name="p0y13" fmla="*/ 210 h 1020"/>
              <a:gd name="p0x14" fmla="*/ 0 w 17400"/>
              <a:gd name="p0y14" fmla="*/ 94 h 1020"/>
              <a:gd name="p0x15" fmla="*/ 94 w 17400"/>
              <a:gd name="p0y15" fmla="*/ 0 h 1020"/>
              <a:gd name="p0x16" fmla="*/ 210 w 17400"/>
              <a:gd name="p0y16" fmla="*/ 0 h 10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23900" y="12192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500" t="-8333" r="-2500" b="-8333"/>
          <a:stretch>
            <a:fillRect/>
          </a:stretch>
        </p:blipFill>
        <p:spPr>
          <a:xfrm>
            <a:off x="833120" y="1328420"/>
            <a:ext cx="200025" cy="20002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57300" y="1302544"/>
            <a:ext cx="364829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5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altLang="en-US" sz="15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默认</a:t>
            </a:r>
            <a:r>
              <a:rPr lang="en-US" altLang="zh-CN" sz="15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120s</a:t>
            </a:r>
            <a:r>
              <a:rPr lang="zh-CN" altLang="en-US" sz="15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超时导致消息静默丢弃</a:t>
            </a:r>
            <a:endParaRPr lang="zh-CN" altLang="en-US" sz="15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575945" y="1871345"/>
            <a:ext cx="11039475" cy="4600575"/>
          </a:xfrm>
          <a:custGeom>
            <a:avLst/>
            <a:gdLst>
              <a:gd name="sw" fmla="*/ 1 w 17385"/>
              <a:gd name="sh" fmla="*/ 1 h 7245"/>
              <a:gd name="mins" fmla="min sw sh"/>
              <a:gd name="dsw" fmla="+- 0 sw mins"/>
              <a:gd name="dsh" fmla="+- 0 sh mins"/>
              <a:gd name="p0x0" fmla="*/ 330 w 17385"/>
              <a:gd name="p0y0" fmla="*/ 0 h 7245"/>
              <a:gd name="p0x1" fmla="*/ 17055 w 17385"/>
              <a:gd name="p0y1" fmla="*/ 0 h 7245"/>
              <a:gd name="p0x2" fmla="*/ 17237 w 17385"/>
              <a:gd name="p0y2" fmla="*/ 0 h 7245"/>
              <a:gd name="p0x3" fmla="*/ 17385 w 17385"/>
              <a:gd name="p0y3" fmla="*/ 147 h 7245"/>
              <a:gd name="p0x4" fmla="*/ 17385 w 17385"/>
              <a:gd name="p0y4" fmla="*/ 330 h 7245"/>
              <a:gd name="p0x5" fmla="*/ 17385 w 17385"/>
              <a:gd name="p0y5" fmla="*/ 6915 h 7245"/>
              <a:gd name="p0x6" fmla="*/ 17385 w 17385"/>
              <a:gd name="p0y6" fmla="*/ 7097 h 7245"/>
              <a:gd name="p0x7" fmla="*/ 17237 w 17385"/>
              <a:gd name="p0y7" fmla="*/ 7245 h 7245"/>
              <a:gd name="p0x8" fmla="*/ 17055 w 17385"/>
              <a:gd name="p0y8" fmla="*/ 7245 h 7245"/>
              <a:gd name="p0x9" fmla="*/ 330 w 17385"/>
              <a:gd name="p0y9" fmla="*/ 7245 h 7245"/>
              <a:gd name="p0x10" fmla="*/ 147 w 17385"/>
              <a:gd name="p0y10" fmla="*/ 7245 h 7245"/>
              <a:gd name="p0x11" fmla="*/ 0 w 17385"/>
              <a:gd name="p0y11" fmla="*/ 7097 h 7245"/>
              <a:gd name="p0x12" fmla="*/ 0 w 17385"/>
              <a:gd name="p0y12" fmla="*/ 6915 h 7245"/>
              <a:gd name="p0x13" fmla="*/ 0 w 17385"/>
              <a:gd name="p0y13" fmla="*/ 330 h 7245"/>
              <a:gd name="p0x14" fmla="*/ 0 w 17385"/>
              <a:gd name="p0y14" fmla="*/ 147 h 7245"/>
              <a:gd name="p0x15" fmla="*/ 147 w 17385"/>
              <a:gd name="p0y15" fmla="*/ 0 h 7245"/>
              <a:gd name="p0x16" fmla="*/ 330 w 17385"/>
              <a:gd name="p0y16" fmla="*/ 0 h 7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1265635" y="3456266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972" r="-972"/>
          <a:stretch>
            <a:fillRect/>
          </a:stretch>
        </p:blipFill>
        <p:spPr>
          <a:xfrm>
            <a:off x="1416130" y="3589616"/>
            <a:ext cx="233045" cy="2667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1217448" y="4103966"/>
            <a:ext cx="6306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Step 1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044360" y="4328280"/>
            <a:ext cx="97676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发送者</a:t>
            </a:r>
            <a:r>
              <a:rPr lang="en-US" altLang="zh-CN"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WS</a:t>
            </a:r>
            <a:endParaRPr lang="en-US" altLang="zh-CN"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859889" y="4582121"/>
            <a:ext cx="1345701" cy="4428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IMService → Kafka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"im-private-ingress"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786661" y="5059295"/>
            <a:ext cx="14922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key=conversationKey</a:t>
            </a:r>
            <a:endParaRPr sz="1050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16667" b="-16667"/>
          <a:stretch>
            <a:fillRect/>
          </a:stretch>
        </p:blipFill>
        <p:spPr>
          <a:xfrm>
            <a:off x="2276475" y="4095750"/>
            <a:ext cx="266700" cy="266700"/>
          </a:xfrm>
          <a:prstGeom prst="rect">
            <a:avLst/>
          </a:prstGeom>
        </p:spPr>
      </p:pic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3109040" y="3456266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12500" r="-12500"/>
          <a:stretch>
            <a:fillRect/>
          </a:stretch>
        </p:blipFill>
        <p:spPr>
          <a:xfrm>
            <a:off x="3208735" y="3589616"/>
            <a:ext cx="333375" cy="2667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3060535" y="4103966"/>
            <a:ext cx="6306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Step 2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2573418" y="4328280"/>
            <a:ext cx="1604963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IngressConsumer</a:t>
            </a:r>
            <a:endParaRPr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6"/>
            </p:custDataLst>
          </p:nvPr>
        </p:nvSpPr>
        <p:spPr>
          <a:xfrm>
            <a:off x="2825906" y="4582121"/>
            <a:ext cx="1099918" cy="229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16</a:t>
            </a:r>
            <a:r>
              <a:rPr lang="zh-CN"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线程并发消费</a:t>
            </a:r>
            <a:endParaRPr lang="zh-CN"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16667" b="-16667"/>
          <a:stretch>
            <a:fillRect/>
          </a:stretch>
        </p:blipFill>
        <p:spPr>
          <a:xfrm>
            <a:off x="4119245" y="4095750"/>
            <a:ext cx="266700" cy="266700"/>
          </a:xfrm>
          <a:prstGeom prst="rect">
            <a:avLst/>
          </a:prstGeom>
        </p:spPr>
      </p:pic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4951810" y="3456266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972" r="-972"/>
          <a:stretch>
            <a:fillRect/>
          </a:stretch>
        </p:blipFill>
        <p:spPr>
          <a:xfrm>
            <a:off x="5102305" y="3589616"/>
            <a:ext cx="233045" cy="2667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4903614" y="4103966"/>
            <a:ext cx="6306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Step 3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4704560" y="4328280"/>
            <a:ext cx="10287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持久化写入</a:t>
            </a:r>
            <a:endParaRPr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4636990" y="4582121"/>
            <a:ext cx="1163907" cy="4428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Message + Inbox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+ Outbox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16667" b="-16667"/>
          <a:stretch>
            <a:fillRect/>
          </a:stretch>
        </p:blipFill>
        <p:spPr>
          <a:xfrm>
            <a:off x="5962650" y="4095750"/>
            <a:ext cx="266700" cy="266700"/>
          </a:xfrm>
          <a:prstGeom prst="rect">
            <a:avLst/>
          </a:prstGeom>
        </p:spPr>
      </p:pic>
      <p:sp>
        <p:nvSpPr>
          <p:cNvPr id="28" name="任意多边形 27"/>
          <p:cNvSpPr/>
          <p:nvPr>
            <p:custDataLst>
              <p:tags r:id="rId36"/>
            </p:custDataLst>
          </p:nvPr>
        </p:nvSpPr>
        <p:spPr>
          <a:xfrm>
            <a:off x="6795215" y="3456266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937" r="-2937"/>
          <a:stretch>
            <a:fillRect/>
          </a:stretch>
        </p:blipFill>
        <p:spPr>
          <a:xfrm>
            <a:off x="6945075" y="3589616"/>
            <a:ext cx="233680" cy="2667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0"/>
            </p:custDataLst>
          </p:nvPr>
        </p:nvSpPr>
        <p:spPr>
          <a:xfrm>
            <a:off x="6746711" y="4103966"/>
            <a:ext cx="6306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Step 4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6633373" y="4328280"/>
            <a:ext cx="8573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本地在线</a:t>
            </a:r>
            <a:endParaRPr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6390114" y="4582121"/>
            <a:ext cx="1343844" cy="4428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pushToAllSessions()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直接推送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16667" b="-16667"/>
          <a:stretch>
            <a:fillRect/>
          </a:stretch>
        </p:blipFill>
        <p:spPr>
          <a:xfrm>
            <a:off x="7805420" y="4095750"/>
            <a:ext cx="266700" cy="266700"/>
          </a:xfrm>
          <a:prstGeom prst="rect">
            <a:avLst/>
          </a:prstGeom>
        </p:spPr>
      </p:pic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8637985" y="3456266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860" t="-8333" r="-860" b="-8333"/>
          <a:stretch>
            <a:fillRect/>
          </a:stretch>
        </p:blipFill>
        <p:spPr>
          <a:xfrm>
            <a:off x="8754825" y="3589616"/>
            <a:ext cx="300355" cy="2667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8"/>
            </p:custDataLst>
          </p:nvPr>
        </p:nvSpPr>
        <p:spPr>
          <a:xfrm>
            <a:off x="8589798" y="4103966"/>
            <a:ext cx="6306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Step 5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9"/>
            </p:custDataLst>
          </p:nvPr>
        </p:nvSpPr>
        <p:spPr>
          <a:xfrm>
            <a:off x="8390735" y="4328280"/>
            <a:ext cx="10287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跨实例路由</a:t>
            </a:r>
            <a:endParaRPr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8323394" y="4582121"/>
            <a:ext cx="1163536" cy="4428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Outbox → Kafka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33000"/>
              </a:lnSpc>
            </a:pPr>
            <a:r>
              <a:rPr lang="en-US"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→ </a:t>
            </a:r>
            <a:r>
              <a:rPr lang="zh-CN" altLang="en-US"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目标</a:t>
            </a:r>
            <a:r>
              <a:rPr lang="en-US" altLang="zh-CN"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Consumer</a:t>
            </a:r>
            <a:endParaRPr lang="en-US" altLang="zh-CN"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16667" b="-16667"/>
          <a:stretch>
            <a:fillRect/>
          </a:stretch>
        </p:blipFill>
        <p:spPr>
          <a:xfrm>
            <a:off x="9648825" y="4095750"/>
            <a:ext cx="266700" cy="266700"/>
          </a:xfrm>
          <a:prstGeom prst="rect">
            <a:avLst/>
          </a:prstGeom>
        </p:spPr>
      </p:pic>
      <p:sp>
        <p:nvSpPr>
          <p:cNvPr id="40" name="任意多边形 39"/>
          <p:cNvSpPr/>
          <p:nvPr>
            <p:custDataLst>
              <p:tags r:id="rId52"/>
            </p:custDataLst>
          </p:nvPr>
        </p:nvSpPr>
        <p:spPr>
          <a:xfrm>
            <a:off x="10481390" y="3456266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>
          <a:xfrm>
            <a:off x="10614740" y="3589616"/>
            <a:ext cx="266700" cy="2667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6"/>
            </p:custDataLst>
          </p:nvPr>
        </p:nvSpPr>
        <p:spPr>
          <a:xfrm>
            <a:off x="10432876" y="4103966"/>
            <a:ext cx="6306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Step 6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7"/>
            </p:custDataLst>
          </p:nvPr>
        </p:nvSpPr>
        <p:spPr>
          <a:xfrm>
            <a:off x="10319548" y="4328280"/>
            <a:ext cx="8573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离线处理</a:t>
            </a:r>
            <a:endParaRPr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8"/>
            </p:custDataLst>
          </p:nvPr>
        </p:nvSpPr>
        <p:spPr>
          <a:xfrm>
            <a:off x="10381460" y="4582121"/>
            <a:ext cx="733501" cy="4428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Inbox</a:t>
            </a:r>
            <a:r>
              <a:rPr lang="zh-CN"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记录</a:t>
            </a:r>
            <a:endParaRPr lang="zh-CN"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algn="ctr">
              <a:lnSpc>
                <a:spcPct val="133000"/>
              </a:lnSpc>
            </a:pPr>
            <a:r>
              <a:rPr sz="10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上线后拉取</a:t>
            </a:r>
            <a:endParaRPr sz="10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—Kafka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分区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Key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策略与幂等去重</a:t>
            </a:r>
            <a:endParaRPr lang="zh-CN" altLang="en-US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330 w 4970"/>
              <a:gd name="p0y0" fmla="*/ 0 h 8445"/>
              <a:gd name="p0x1" fmla="*/ 4640 w 4970"/>
              <a:gd name="p0y1" fmla="*/ 0 h 8445"/>
              <a:gd name="p0x2" fmla="*/ 4823 w 4970"/>
              <a:gd name="p0y2" fmla="*/ 0 h 8445"/>
              <a:gd name="p0x3" fmla="*/ 4970 w 4970"/>
              <a:gd name="p0y3" fmla="*/ 147 h 8445"/>
              <a:gd name="p0x4" fmla="*/ 4970 w 4970"/>
              <a:gd name="p0y4" fmla="*/ 330 h 8445"/>
              <a:gd name="p0x5" fmla="*/ 4970 w 4970"/>
              <a:gd name="p0y5" fmla="*/ 8115 h 8445"/>
              <a:gd name="p0x6" fmla="*/ 4970 w 4970"/>
              <a:gd name="p0y6" fmla="*/ 8297 h 8445"/>
              <a:gd name="p0x7" fmla="*/ 4823 w 4970"/>
              <a:gd name="p0y7" fmla="*/ 8445 h 8445"/>
              <a:gd name="p0x8" fmla="*/ 4640 w 4970"/>
              <a:gd name="p0y8" fmla="*/ 8445 h 8445"/>
              <a:gd name="p0x9" fmla="*/ 330 w 4970"/>
              <a:gd name="p0y9" fmla="*/ 8445 h 8445"/>
              <a:gd name="p0x10" fmla="*/ 147 w 4970"/>
              <a:gd name="p0y10" fmla="*/ 8445 h 8445"/>
              <a:gd name="p0x11" fmla="*/ 0 w 4970"/>
              <a:gd name="p0y11" fmla="*/ 8297 h 8445"/>
              <a:gd name="p0x12" fmla="*/ 0 w 4970"/>
              <a:gd name="p0y12" fmla="*/ 8115 h 8445"/>
              <a:gd name="p0x13" fmla="*/ 0 w 4970"/>
              <a:gd name="p0y13" fmla="*/ 330 h 8445"/>
              <a:gd name="p0x14" fmla="*/ 0 w 4970"/>
              <a:gd name="p0y14" fmla="*/ 147 h 8445"/>
              <a:gd name="p0x15" fmla="*/ 147 w 4970"/>
              <a:gd name="p0y15" fmla="*/ 0 h 8445"/>
              <a:gd name="p0x16" fmla="*/ 33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906270" y="141097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2030095" y="152971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21057" y="2020862"/>
            <a:ext cx="18669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并发与顺序性</a:t>
            </a:r>
            <a:endParaRPr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2020570" y="24790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83333" b="-83333"/>
          <a:stretch>
            <a:fillRect/>
          </a:stretch>
        </p:blipFill>
        <p:spPr>
          <a:xfrm>
            <a:off x="2087245" y="2536190"/>
            <a:ext cx="13335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319136" y="2822524"/>
            <a:ext cx="16707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16</a:t>
            </a:r>
            <a:r>
              <a:rPr lang="zh-CN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分区</a:t>
            </a:r>
            <a:r>
              <a:rPr lang="en-US" alt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= 16</a:t>
            </a:r>
            <a:r>
              <a:rPr lang="zh-CN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</a:t>
            </a:r>
            <a:endParaRPr lang="zh-CN" altLang="en-US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845420" y="3151137"/>
            <a:ext cx="2618261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Ingress Topic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分区数与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Consumer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并发数对齐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2020570" y="3760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2077720" y="381762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864275" y="4108425"/>
            <a:ext cx="258001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conversationKey</a:t>
            </a:r>
            <a:r>
              <a:rPr 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分区策略</a:t>
            </a:r>
            <a:endParaRPr lang="zh-CN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803148" y="4432249"/>
            <a:ext cx="270279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single:{minUid}:{maxUid}</a:t>
            </a:r>
            <a:r>
              <a:rPr 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保证同会话同分区</a:t>
            </a:r>
            <a:endParaRPr 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2020570" y="50412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3333" t="-7143" r="-3333" b="-7143"/>
          <a:stretch>
            <a:fillRect/>
          </a:stretch>
        </p:blipFill>
        <p:spPr>
          <a:xfrm>
            <a:off x="2077720" y="5098415"/>
            <a:ext cx="15240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166736" y="5384749"/>
            <a:ext cx="19755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 INCR</a:t>
            </a:r>
            <a:r>
              <a:rPr 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原子递增</a:t>
            </a:r>
            <a:endParaRPr lang="zh-CN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785965" y="5713362"/>
            <a:ext cx="273709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conversationSeq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全局唯一单调保证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FIFO</a:t>
            </a:r>
            <a:endParaRPr lang="en-US" alt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3994475" y="1118874"/>
            <a:ext cx="3674745" cy="5353050"/>
          </a:xfrm>
          <a:custGeom>
            <a:avLst/>
            <a:gdLst>
              <a:gd name="sw" fmla="*/ 1 w 5786"/>
              <a:gd name="sh" fmla="*/ 1 h 8430"/>
              <a:gd name="mins" fmla="min sw sh"/>
              <a:gd name="dsw" fmla="+- 0 sw mins"/>
              <a:gd name="dsh" fmla="+- 0 sh mins"/>
              <a:gd name="p0x0" fmla="*/ 330 w 5786"/>
              <a:gd name="p0y0" fmla="*/ 0 h 8430"/>
              <a:gd name="p0x1" fmla="*/ 5456 w 5786"/>
              <a:gd name="p0y1" fmla="*/ 0 h 8430"/>
              <a:gd name="p0x2" fmla="*/ 5639 w 5786"/>
              <a:gd name="p0y2" fmla="*/ 0 h 8430"/>
              <a:gd name="p0x3" fmla="*/ 5786 w 5786"/>
              <a:gd name="p0y3" fmla="*/ 147 h 8430"/>
              <a:gd name="p0x4" fmla="*/ 5786 w 5786"/>
              <a:gd name="p0y4" fmla="*/ 330 h 8430"/>
              <a:gd name="p0x5" fmla="*/ 5786 w 5786"/>
              <a:gd name="p0y5" fmla="*/ 8100 h 8430"/>
              <a:gd name="p0x6" fmla="*/ 5786 w 5786"/>
              <a:gd name="p0y6" fmla="*/ 8282 h 8430"/>
              <a:gd name="p0x7" fmla="*/ 5639 w 5786"/>
              <a:gd name="p0y7" fmla="*/ 8430 h 8430"/>
              <a:gd name="p0x8" fmla="*/ 5456 w 5786"/>
              <a:gd name="p0y8" fmla="*/ 8430 h 8430"/>
              <a:gd name="p0x9" fmla="*/ 330 w 5786"/>
              <a:gd name="p0y9" fmla="*/ 8430 h 8430"/>
              <a:gd name="p0x10" fmla="*/ 147 w 5786"/>
              <a:gd name="p0y10" fmla="*/ 8430 h 8430"/>
              <a:gd name="p0x11" fmla="*/ 0 w 5786"/>
              <a:gd name="p0y11" fmla="*/ 8282 h 8430"/>
              <a:gd name="p0x12" fmla="*/ 0 w 5786"/>
              <a:gd name="p0y12" fmla="*/ 8100 h 8430"/>
              <a:gd name="p0x13" fmla="*/ 0 w 5786"/>
              <a:gd name="p0y13" fmla="*/ 330 h 8430"/>
              <a:gd name="p0x14" fmla="*/ 0 w 5786"/>
              <a:gd name="p0y14" fmla="*/ 147 h 8430"/>
              <a:gd name="p0x15" fmla="*/ 147 w 5786"/>
              <a:gd name="p0y15" fmla="*/ 0 h 8430"/>
              <a:gd name="p0x16" fmla="*/ 330 w 5786"/>
              <a:gd name="p0y16" fmla="*/ 0 h 8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 w="19050" cmpd="sng">
            <a:solidFill>
              <a:srgbClr val="116CEE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7"/>
            </p:custDataLst>
          </p:nvPr>
        </p:nvSpPr>
        <p:spPr>
          <a:xfrm>
            <a:off x="5584190" y="188214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000" t="-5139" r="-2000" b="-5139"/>
          <a:stretch>
            <a:fillRect/>
          </a:stretch>
        </p:blipFill>
        <p:spPr>
          <a:xfrm>
            <a:off x="5708015" y="2001520"/>
            <a:ext cx="247650" cy="2520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4898669" y="2492350"/>
            <a:ext cx="18669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消息幂等去重</a:t>
            </a:r>
            <a:endParaRPr sz="21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4968764" y="3413074"/>
            <a:ext cx="172662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clientMsgId</a:t>
            </a:r>
            <a:endParaRPr sz="21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4498619" y="3841699"/>
            <a:ext cx="2667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客户端每次发送携带唯一标识</a:t>
            </a:r>
            <a:endParaRPr sz="15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4"/>
            </p:custDataLst>
          </p:nvPr>
        </p:nvSpPr>
        <p:spPr>
          <a:xfrm>
            <a:off x="4907915" y="4246245"/>
            <a:ext cx="1847850" cy="480695"/>
          </a:xfrm>
          <a:custGeom>
            <a:avLst/>
            <a:gdLst>
              <a:gd name="sw" fmla="*/ 1 w 2910"/>
              <a:gd name="sh" fmla="*/ 1 h 757"/>
              <a:gd name="mins" fmla="min sw sh"/>
              <a:gd name="dsw" fmla="+- 0 sw mins"/>
              <a:gd name="dsh" fmla="+- 0 sh mins"/>
              <a:gd name="p0x0" fmla="*/ 210 w 2910"/>
              <a:gd name="p0y0" fmla="*/ 0 h 757"/>
              <a:gd name="p0x1" fmla="*/ 2700 w 2910"/>
              <a:gd name="p0y1" fmla="*/ 0 h 757"/>
              <a:gd name="p0x2" fmla="*/ 2816 w 2910"/>
              <a:gd name="p0y2" fmla="*/ 0 h 757"/>
              <a:gd name="p0x3" fmla="*/ 2910 w 2910"/>
              <a:gd name="p0y3" fmla="*/ 94 h 757"/>
              <a:gd name="p0x4" fmla="*/ 2910 w 2910"/>
              <a:gd name="p0y4" fmla="*/ 210 h 757"/>
              <a:gd name="p0x5" fmla="*/ 2910 w 2910"/>
              <a:gd name="p0y5" fmla="*/ 547 h 757"/>
              <a:gd name="p0x6" fmla="*/ 2910 w 2910"/>
              <a:gd name="p0y6" fmla="*/ 663 h 757"/>
              <a:gd name="p0x7" fmla="*/ 2816 w 2910"/>
              <a:gd name="p0y7" fmla="*/ 757 h 757"/>
              <a:gd name="p0x8" fmla="*/ 2700 w 2910"/>
              <a:gd name="p0y8" fmla="*/ 757 h 757"/>
              <a:gd name="p0x9" fmla="*/ 210 w 2910"/>
              <a:gd name="p0y9" fmla="*/ 757 h 757"/>
              <a:gd name="p0x10" fmla="*/ 94 w 2910"/>
              <a:gd name="p0y10" fmla="*/ 757 h 757"/>
              <a:gd name="p0x11" fmla="*/ 0 w 2910"/>
              <a:gd name="p0y11" fmla="*/ 663 h 757"/>
              <a:gd name="p0x12" fmla="*/ 0 w 2910"/>
              <a:gd name="p0y12" fmla="*/ 547 h 757"/>
              <a:gd name="p0x13" fmla="*/ 0 w 2910"/>
              <a:gd name="p0y13" fmla="*/ 210 h 757"/>
              <a:gd name="p0x14" fmla="*/ 0 w 2910"/>
              <a:gd name="p0y14" fmla="*/ 94 h 757"/>
              <a:gd name="p0x15" fmla="*/ 94 w 2910"/>
              <a:gd name="p0y15" fmla="*/ 0 h 757"/>
              <a:gd name="p0x16" fmla="*/ 210 w 2910"/>
              <a:gd name="p0y16" fmla="*/ 0 h 7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5083810" y="4391660"/>
            <a:ext cx="190500" cy="1905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8"/>
            </p:custDataLst>
          </p:nvPr>
        </p:nvSpPr>
        <p:spPr>
          <a:xfrm>
            <a:off x="5412800" y="4360812"/>
            <a:ext cx="138157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Redis SETNX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9"/>
            </p:custDataLst>
          </p:nvPr>
        </p:nvSpPr>
        <p:spPr>
          <a:xfrm>
            <a:off x="5075681" y="4960926"/>
            <a:ext cx="1512333" cy="69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5min</a:t>
            </a:r>
            <a:r>
              <a:rPr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去重窗口期</a:t>
            </a:r>
            <a:endParaRPr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/>
            <a:r>
              <a:rPr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重复消息直接丢弃</a:t>
            </a:r>
            <a:endParaRPr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0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330 w 5801"/>
              <a:gd name="p0y0" fmla="*/ 0 h 8445"/>
              <a:gd name="p0x1" fmla="*/ 5471 w 5801"/>
              <a:gd name="p0y1" fmla="*/ 0 h 8445"/>
              <a:gd name="p0x2" fmla="*/ 5654 w 5801"/>
              <a:gd name="p0y2" fmla="*/ 0 h 8445"/>
              <a:gd name="p0x3" fmla="*/ 5801 w 5801"/>
              <a:gd name="p0y3" fmla="*/ 147 h 8445"/>
              <a:gd name="p0x4" fmla="*/ 5801 w 5801"/>
              <a:gd name="p0y4" fmla="*/ 330 h 8445"/>
              <a:gd name="p0x5" fmla="*/ 5801 w 5801"/>
              <a:gd name="p0y5" fmla="*/ 8115 h 8445"/>
              <a:gd name="p0x6" fmla="*/ 5801 w 5801"/>
              <a:gd name="p0y6" fmla="*/ 8297 h 8445"/>
              <a:gd name="p0x7" fmla="*/ 5654 w 5801"/>
              <a:gd name="p0y7" fmla="*/ 8445 h 8445"/>
              <a:gd name="p0x8" fmla="*/ 5471 w 5801"/>
              <a:gd name="p0y8" fmla="*/ 8445 h 8445"/>
              <a:gd name="p0x9" fmla="*/ 330 w 5801"/>
              <a:gd name="p0y9" fmla="*/ 8445 h 8445"/>
              <a:gd name="p0x10" fmla="*/ 147 w 5801"/>
              <a:gd name="p0y10" fmla="*/ 8445 h 8445"/>
              <a:gd name="p0x11" fmla="*/ 0 w 5801"/>
              <a:gd name="p0y11" fmla="*/ 8297 h 8445"/>
              <a:gd name="p0x12" fmla="*/ 0 w 5801"/>
              <a:gd name="p0y12" fmla="*/ 8115 h 8445"/>
              <a:gd name="p0x13" fmla="*/ 0 w 5801"/>
              <a:gd name="p0y13" fmla="*/ 330 h 8445"/>
              <a:gd name="p0x14" fmla="*/ 0 w 5801"/>
              <a:gd name="p0y14" fmla="*/ 147 h 8445"/>
              <a:gd name="p0x15" fmla="*/ 147 w 5801"/>
              <a:gd name="p0y15" fmla="*/ 0 h 8445"/>
              <a:gd name="p0x16" fmla="*/ 33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41"/>
            </p:custDataLst>
          </p:nvPr>
        </p:nvSpPr>
        <p:spPr>
          <a:xfrm>
            <a:off x="9525635" y="16821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9649460" y="1801495"/>
            <a:ext cx="247650" cy="25209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5"/>
            </p:custDataLst>
          </p:nvPr>
        </p:nvSpPr>
        <p:spPr>
          <a:xfrm>
            <a:off x="8706736" y="2292325"/>
            <a:ext cx="21336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跨实例路由优化</a:t>
            </a:r>
            <a:endParaRPr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6"/>
            </p:custDataLst>
          </p:nvPr>
        </p:nvSpPr>
        <p:spPr>
          <a:xfrm>
            <a:off x="9563735" y="30219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9672955" y="3131820"/>
            <a:ext cx="200025" cy="20002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50"/>
            </p:custDataLst>
          </p:nvPr>
        </p:nvSpPr>
        <p:spPr>
          <a:xfrm>
            <a:off x="8838305" y="3555949"/>
            <a:ext cx="1870396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O(N) → O(1)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1"/>
            </p:custDataLst>
          </p:nvPr>
        </p:nvSpPr>
        <p:spPr>
          <a:xfrm>
            <a:off x="8150647" y="4022674"/>
            <a:ext cx="324579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复杂度降级，单次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GET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替代全量扫描</a:t>
            </a:r>
            <a:endParaRPr lang="zh-CN" altLang="en-US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2"/>
            </p:custDataLst>
          </p:nvPr>
        </p:nvSpPr>
        <p:spPr>
          <a:xfrm>
            <a:off x="9563735" y="4427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4510" t="-2500" r="-4510" b="-2500"/>
          <a:stretch>
            <a:fillRect/>
          </a:stretch>
        </p:blipFill>
        <p:spPr>
          <a:xfrm>
            <a:off x="9685020" y="4536440"/>
            <a:ext cx="176530" cy="20002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6"/>
            </p:custDataLst>
          </p:nvPr>
        </p:nvSpPr>
        <p:spPr>
          <a:xfrm>
            <a:off x="8952529" y="4960887"/>
            <a:ext cx="164194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</a:t>
            </a:r>
            <a:r>
              <a:rPr 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聚合路由键</a:t>
            </a:r>
            <a:endParaRPr lang="zh-CN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57"/>
            </p:custDataLst>
          </p:nvPr>
        </p:nvSpPr>
        <p:spPr>
          <a:xfrm>
            <a:off x="8730482" y="5327599"/>
            <a:ext cx="208605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62708A"/>
                </a:solidFill>
                <a:latin typeface="微软雅黑" panose="020B0503020204020204" charset="-122"/>
                <a:ea typeface="微软雅黑" panose="020B0503020204020204" charset="-122"/>
              </a:rPr>
              <a:t>im:route:user:{userId}</a:t>
            </a:r>
            <a:endParaRPr sz="1350">
              <a:solidFill>
                <a:srgbClr val="627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8"/>
            </p:custDataLst>
          </p:nvPr>
        </p:nvSpPr>
        <p:spPr>
          <a:xfrm>
            <a:off x="8830494" y="5670499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精准判断用户在线状态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—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批处理优化与三重可靠性保障</a:t>
            </a:r>
            <a:endParaRPr lang="zh-CN" altLang="en-US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576705" y="1085850"/>
            <a:ext cx="3925570" cy="1005205"/>
          </a:xfrm>
          <a:custGeom>
            <a:avLst/>
            <a:gdLst>
              <a:gd name="sw" fmla="*/ 1 w 6182"/>
              <a:gd name="sh" fmla="*/ 1 h 1582"/>
              <a:gd name="mins" fmla="min sw sh"/>
              <a:gd name="dsw" fmla="+- 0 sw mins"/>
              <a:gd name="dsh" fmla="+- 0 sh mins"/>
              <a:gd name="p0x0" fmla="*/ 791 w 6182"/>
              <a:gd name="p0y0" fmla="*/ 0 h 1582"/>
              <a:gd name="p0x1" fmla="*/ 5390 w 6182"/>
              <a:gd name="p0y1" fmla="*/ 0 h 1582"/>
              <a:gd name="p0x2" fmla="*/ 5827 w 6182"/>
              <a:gd name="p0y2" fmla="*/ 0 h 1582"/>
              <a:gd name="p0x3" fmla="*/ 6182 w 6182"/>
              <a:gd name="p0y3" fmla="*/ 354 h 1582"/>
              <a:gd name="p0x4" fmla="*/ 6182 w 6182"/>
              <a:gd name="p0y4" fmla="*/ 791 h 1582"/>
              <a:gd name="p0x5" fmla="*/ 6182 w 6182"/>
              <a:gd name="p0y5" fmla="*/ 1228 h 1582"/>
              <a:gd name="p0x6" fmla="*/ 5827 w 6182"/>
              <a:gd name="p0y6" fmla="*/ 1582 h 1582"/>
              <a:gd name="p0x7" fmla="*/ 5390 w 6182"/>
              <a:gd name="p0y7" fmla="*/ 1582 h 1582"/>
              <a:gd name="p0x8" fmla="*/ 791 w 6182"/>
              <a:gd name="p0y8" fmla="*/ 1582 h 1582"/>
              <a:gd name="p0x9" fmla="*/ 354 w 6182"/>
              <a:gd name="p0y9" fmla="*/ 1582 h 1582"/>
              <a:gd name="p0x10" fmla="*/ 0 w 6182"/>
              <a:gd name="p0y10" fmla="*/ 1228 h 1582"/>
              <a:gd name="p0x11" fmla="*/ 0 w 6182"/>
              <a:gd name="p0y11" fmla="*/ 791 h 1582"/>
              <a:gd name="p0x12" fmla="*/ 0 w 6182"/>
              <a:gd name="p0y12" fmla="*/ 354 h 1582"/>
              <a:gd name="p0x13" fmla="*/ 354 w 6182"/>
              <a:gd name="p0y13" fmla="*/ 0 h 1582"/>
              <a:gd name="p0x14" fmla="*/ 791 w 6182"/>
              <a:gd name="p0y14" fmla="*/ 0 h 15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81788" y="1238774"/>
            <a:ext cx="15088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Consumer</a:t>
            </a:r>
            <a:r>
              <a:rPr lang="zh-CN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单条耗时</a:t>
            </a:r>
            <a:endParaRPr lang="zh-CN"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881788" y="1438799"/>
            <a:ext cx="14071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25ms</a:t>
            </a:r>
            <a:endParaRPr sz="30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6667" b="-16667"/>
          <a:stretch>
            <a:fillRect/>
          </a:stretch>
        </p:blipFill>
        <p:spPr>
          <a:xfrm>
            <a:off x="3007360" y="1633855"/>
            <a:ext cx="190500" cy="1905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298412" y="1438799"/>
            <a:ext cx="1416625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~2ms</a:t>
            </a:r>
            <a:endParaRPr sz="30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486275" y="1450340"/>
            <a:ext cx="711200" cy="276225"/>
          </a:xfrm>
          <a:custGeom>
            <a:avLst/>
            <a:gdLst>
              <a:gd name="sw" fmla="*/ 1 w 1120"/>
              <a:gd name="sh" fmla="*/ 1 h 435"/>
              <a:gd name="mins" fmla="min sw sh"/>
              <a:gd name="dsw" fmla="+- 0 sw mins"/>
              <a:gd name="dsh" fmla="+- 0 sh mins"/>
              <a:gd name="p0x0" fmla="*/ 90 w 1120"/>
              <a:gd name="p0y0" fmla="*/ 0 h 435"/>
              <a:gd name="p0x1" fmla="*/ 1030 w 1120"/>
              <a:gd name="p0y1" fmla="*/ 0 h 435"/>
              <a:gd name="p0x2" fmla="*/ 1080 w 1120"/>
              <a:gd name="p0y2" fmla="*/ 0 h 435"/>
              <a:gd name="p0x3" fmla="*/ 1120 w 1120"/>
              <a:gd name="p0y3" fmla="*/ 40 h 435"/>
              <a:gd name="p0x4" fmla="*/ 1120 w 1120"/>
              <a:gd name="p0y4" fmla="*/ 90 h 435"/>
              <a:gd name="p0x5" fmla="*/ 1120 w 1120"/>
              <a:gd name="p0y5" fmla="*/ 345 h 435"/>
              <a:gd name="p0x6" fmla="*/ 1120 w 1120"/>
              <a:gd name="p0y6" fmla="*/ 394 h 435"/>
              <a:gd name="p0x7" fmla="*/ 1080 w 1120"/>
              <a:gd name="p0y7" fmla="*/ 435 h 435"/>
              <a:gd name="p0x8" fmla="*/ 1030 w 1120"/>
              <a:gd name="p0y8" fmla="*/ 435 h 435"/>
              <a:gd name="p0x9" fmla="*/ 90 w 1120"/>
              <a:gd name="p0y9" fmla="*/ 435 h 435"/>
              <a:gd name="p0x10" fmla="*/ 40 w 1120"/>
              <a:gd name="p0y10" fmla="*/ 435 h 435"/>
              <a:gd name="p0x11" fmla="*/ 0 w 1120"/>
              <a:gd name="p0y11" fmla="*/ 394 h 435"/>
              <a:gd name="p0x12" fmla="*/ 0 w 1120"/>
              <a:gd name="p0y12" fmla="*/ 345 h 435"/>
              <a:gd name="p0x13" fmla="*/ 0 w 1120"/>
              <a:gd name="p0y13" fmla="*/ 90 h 435"/>
              <a:gd name="p0x14" fmla="*/ 0 w 1120"/>
              <a:gd name="p0y14" fmla="*/ 40 h 435"/>
              <a:gd name="p0x15" fmla="*/ 40 w 1120"/>
              <a:gd name="p0y15" fmla="*/ 0 h 435"/>
              <a:gd name="p0x16" fmla="*/ 90 w 11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4600575" y="1512570"/>
            <a:ext cx="114300" cy="1524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4791227" y="1488805"/>
            <a:ext cx="48287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92%</a:t>
            </a:r>
            <a:endParaRPr sz="1200" b="1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6698615" y="1085850"/>
            <a:ext cx="3916045" cy="1005205"/>
          </a:xfrm>
          <a:custGeom>
            <a:avLst/>
            <a:gdLst>
              <a:gd name="sw" fmla="*/ 1 w 6167"/>
              <a:gd name="sh" fmla="*/ 1 h 1582"/>
              <a:gd name="mins" fmla="min sw sh"/>
              <a:gd name="dsw" fmla="+- 0 sw mins"/>
              <a:gd name="dsh" fmla="+- 0 sh mins"/>
              <a:gd name="p0x0" fmla="*/ 791 w 6167"/>
              <a:gd name="p0y0" fmla="*/ 0 h 1582"/>
              <a:gd name="p0x1" fmla="*/ 5375 w 6167"/>
              <a:gd name="p0y1" fmla="*/ 0 h 1582"/>
              <a:gd name="p0x2" fmla="*/ 5812 w 6167"/>
              <a:gd name="p0y2" fmla="*/ 0 h 1582"/>
              <a:gd name="p0x3" fmla="*/ 6167 w 6167"/>
              <a:gd name="p0y3" fmla="*/ 354 h 1582"/>
              <a:gd name="p0x4" fmla="*/ 6167 w 6167"/>
              <a:gd name="p0y4" fmla="*/ 791 h 1582"/>
              <a:gd name="p0x5" fmla="*/ 6167 w 6167"/>
              <a:gd name="p0y5" fmla="*/ 1228 h 1582"/>
              <a:gd name="p0x6" fmla="*/ 5812 w 6167"/>
              <a:gd name="p0y6" fmla="*/ 1582 h 1582"/>
              <a:gd name="p0x7" fmla="*/ 5375 w 6167"/>
              <a:gd name="p0y7" fmla="*/ 1582 h 1582"/>
              <a:gd name="p0x8" fmla="*/ 791 w 6167"/>
              <a:gd name="p0y8" fmla="*/ 1582 h 1582"/>
              <a:gd name="p0x9" fmla="*/ 354 w 6167"/>
              <a:gd name="p0y9" fmla="*/ 1582 h 1582"/>
              <a:gd name="p0x10" fmla="*/ 0 w 6167"/>
              <a:gd name="p0y10" fmla="*/ 1228 h 1582"/>
              <a:gd name="p0x11" fmla="*/ 0 w 6167"/>
              <a:gd name="p0y11" fmla="*/ 791 h 1582"/>
              <a:gd name="p0x12" fmla="*/ 0 w 6167"/>
              <a:gd name="p0y12" fmla="*/ 354 h 1582"/>
              <a:gd name="p0x13" fmla="*/ 354 w 6167"/>
              <a:gd name="p0y13" fmla="*/ 0 h 1582"/>
              <a:gd name="p0x14" fmla="*/ 791 w 6167"/>
              <a:gd name="p0y14" fmla="*/ 0 h 15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003476" y="1238774"/>
            <a:ext cx="7474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P50</a:t>
            </a:r>
            <a:r>
              <a:rPr lang="zh-CN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延迟</a:t>
            </a:r>
            <a:endParaRPr lang="zh-CN"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7003476" y="1438799"/>
            <a:ext cx="1644853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413ms</a:t>
            </a:r>
            <a:endParaRPr sz="30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6667" b="-16667"/>
          <a:stretch>
            <a:fillRect/>
          </a:stretch>
        </p:blipFill>
        <p:spPr>
          <a:xfrm>
            <a:off x="8366760" y="1633855"/>
            <a:ext cx="190500" cy="1905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8657854" y="1438799"/>
            <a:ext cx="1169346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8ms</a:t>
            </a:r>
            <a:endParaRPr sz="30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9598025" y="1450340"/>
            <a:ext cx="711835" cy="276225"/>
          </a:xfrm>
          <a:custGeom>
            <a:avLst/>
            <a:gdLst>
              <a:gd name="sw" fmla="*/ 1 w 1120"/>
              <a:gd name="sh" fmla="*/ 1 h 435"/>
              <a:gd name="mins" fmla="min sw sh"/>
              <a:gd name="dsw" fmla="+- 0 sw mins"/>
              <a:gd name="dsh" fmla="+- 0 sh mins"/>
              <a:gd name="p0x0" fmla="*/ 90 w 1120"/>
              <a:gd name="p0y0" fmla="*/ 0 h 435"/>
              <a:gd name="p0x1" fmla="*/ 1030 w 1120"/>
              <a:gd name="p0y1" fmla="*/ 0 h 435"/>
              <a:gd name="p0x2" fmla="*/ 1080 w 1120"/>
              <a:gd name="p0y2" fmla="*/ 0 h 435"/>
              <a:gd name="p0x3" fmla="*/ 1120 w 1120"/>
              <a:gd name="p0y3" fmla="*/ 40 h 435"/>
              <a:gd name="p0x4" fmla="*/ 1120 w 1120"/>
              <a:gd name="p0y4" fmla="*/ 90 h 435"/>
              <a:gd name="p0x5" fmla="*/ 1120 w 1120"/>
              <a:gd name="p0y5" fmla="*/ 345 h 435"/>
              <a:gd name="p0x6" fmla="*/ 1120 w 1120"/>
              <a:gd name="p0y6" fmla="*/ 394 h 435"/>
              <a:gd name="p0x7" fmla="*/ 1080 w 1120"/>
              <a:gd name="p0y7" fmla="*/ 435 h 435"/>
              <a:gd name="p0x8" fmla="*/ 1030 w 1120"/>
              <a:gd name="p0y8" fmla="*/ 435 h 435"/>
              <a:gd name="p0x9" fmla="*/ 90 w 1120"/>
              <a:gd name="p0y9" fmla="*/ 435 h 435"/>
              <a:gd name="p0x10" fmla="*/ 40 w 1120"/>
              <a:gd name="p0y10" fmla="*/ 435 h 435"/>
              <a:gd name="p0x11" fmla="*/ 0 w 1120"/>
              <a:gd name="p0y11" fmla="*/ 394 h 435"/>
              <a:gd name="p0x12" fmla="*/ 0 w 1120"/>
              <a:gd name="p0y12" fmla="*/ 345 h 435"/>
              <a:gd name="p0x13" fmla="*/ 0 w 1120"/>
              <a:gd name="p0y13" fmla="*/ 90 h 435"/>
              <a:gd name="p0x14" fmla="*/ 0 w 1120"/>
              <a:gd name="p0y14" fmla="*/ 40 h 435"/>
              <a:gd name="p0x15" fmla="*/ 40 w 1120"/>
              <a:gd name="p0y15" fmla="*/ 0 h 435"/>
              <a:gd name="p0x16" fmla="*/ 90 w 11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9712325" y="1512570"/>
            <a:ext cx="1143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9903390" y="1488805"/>
            <a:ext cx="48287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98%</a:t>
            </a:r>
            <a:endParaRPr sz="1200" b="1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575945" y="2305685"/>
            <a:ext cx="3824605" cy="4166235"/>
          </a:xfrm>
          <a:custGeom>
            <a:avLst/>
            <a:gdLst>
              <a:gd name="sw" fmla="*/ 1 w 6022"/>
              <a:gd name="sh" fmla="*/ 1 h 6560"/>
              <a:gd name="mins" fmla="min sw sh"/>
              <a:gd name="dsw" fmla="+- 0 sw mins"/>
              <a:gd name="dsh" fmla="+- 0 sh mins"/>
              <a:gd name="p0x0" fmla="*/ 330 w 6022"/>
              <a:gd name="p0y0" fmla="*/ 0 h 6560"/>
              <a:gd name="p0x1" fmla="*/ 5692 w 6022"/>
              <a:gd name="p0y1" fmla="*/ 0 h 6560"/>
              <a:gd name="p0x2" fmla="*/ 5874 w 6022"/>
              <a:gd name="p0y2" fmla="*/ 0 h 6560"/>
              <a:gd name="p0x3" fmla="*/ 6022 w 6022"/>
              <a:gd name="p0y3" fmla="*/ 147 h 6560"/>
              <a:gd name="p0x4" fmla="*/ 6022 w 6022"/>
              <a:gd name="p0y4" fmla="*/ 330 h 6560"/>
              <a:gd name="p0x5" fmla="*/ 6022 w 6022"/>
              <a:gd name="p0y5" fmla="*/ 6230 h 6560"/>
              <a:gd name="p0x6" fmla="*/ 6022 w 6022"/>
              <a:gd name="p0y6" fmla="*/ 6413 h 6560"/>
              <a:gd name="p0x7" fmla="*/ 5874 w 6022"/>
              <a:gd name="p0y7" fmla="*/ 6560 h 6560"/>
              <a:gd name="p0x8" fmla="*/ 5692 w 6022"/>
              <a:gd name="p0y8" fmla="*/ 6560 h 6560"/>
              <a:gd name="p0x9" fmla="*/ 330 w 6022"/>
              <a:gd name="p0y9" fmla="*/ 6560 h 6560"/>
              <a:gd name="p0x10" fmla="*/ 147 w 6022"/>
              <a:gd name="p0y10" fmla="*/ 6560 h 6560"/>
              <a:gd name="p0x11" fmla="*/ 0 w 6022"/>
              <a:gd name="p0y11" fmla="*/ 6413 h 6560"/>
              <a:gd name="p0x12" fmla="*/ 0 w 6022"/>
              <a:gd name="p0y12" fmla="*/ 6230 h 6560"/>
              <a:gd name="p0x13" fmla="*/ 0 w 6022"/>
              <a:gd name="p0y13" fmla="*/ 330 h 6560"/>
              <a:gd name="p0x14" fmla="*/ 0 w 6022"/>
              <a:gd name="p0y14" fmla="*/ 147 h 6560"/>
              <a:gd name="p0x15" fmla="*/ 147 w 6022"/>
              <a:gd name="p0y15" fmla="*/ 0 h 6560"/>
              <a:gd name="p0x16" fmla="*/ 330 w 6022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771525" y="3086614"/>
            <a:ext cx="343376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批量漏斗模型架构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771525" y="35007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880745" y="3609975"/>
            <a:ext cx="200025" cy="20002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1304925" y="3584296"/>
            <a:ext cx="256661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16 Consumer</a:t>
            </a:r>
            <a:r>
              <a:rPr lang="zh-CN"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</a:t>
            </a: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并发消费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771525" y="40767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500" t="-11765" r="-2500" b="-11765"/>
          <a:stretch>
            <a:fillRect/>
          </a:stretch>
        </p:blipFill>
        <p:spPr>
          <a:xfrm>
            <a:off x="880745" y="4186555"/>
            <a:ext cx="200025" cy="20002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1304925" y="4034352"/>
            <a:ext cx="2900363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spcAft>
                <a:spcPts val="0"/>
              </a:spcAft>
            </a:pPr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LinkedBlockingQueue(10000)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缓冲队列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4"/>
            </p:custDataLst>
          </p:nvPr>
        </p:nvSpPr>
        <p:spPr>
          <a:xfrm>
            <a:off x="771525" y="46532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880745" y="4762500"/>
            <a:ext cx="200025" cy="20002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1304925" y="4736821"/>
            <a:ext cx="282193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定时触发 </a:t>
            </a:r>
            <a:r>
              <a:rPr 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每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100ms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或满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1000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条</a:t>
            </a:r>
            <a:endParaRPr lang="zh-CN" altLang="en-US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771525" y="5229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4314" t="-2500" r="-4314" b="-2500"/>
          <a:stretch>
            <a:fillRect/>
          </a:stretch>
        </p:blipFill>
        <p:spPr>
          <a:xfrm>
            <a:off x="892810" y="5339080"/>
            <a:ext cx="175895" cy="20002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1304925" y="5186877"/>
            <a:ext cx="2865834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8 shard ForkJoin</a:t>
            </a:r>
            <a:r>
              <a:rPr 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并行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batch INSERT</a:t>
            </a:r>
            <a:endParaRPr lang="en-US" alt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4603750" y="2305685"/>
            <a:ext cx="3406140" cy="4166235"/>
          </a:xfrm>
          <a:custGeom>
            <a:avLst/>
            <a:gdLst>
              <a:gd name="sw" fmla="*/ 1 w 5363"/>
              <a:gd name="sh" fmla="*/ 1 h 6560"/>
              <a:gd name="mins" fmla="min sw sh"/>
              <a:gd name="dsw" fmla="+- 0 sw mins"/>
              <a:gd name="dsh" fmla="+- 0 sh mins"/>
              <a:gd name="p0x0" fmla="*/ 330 w 5363"/>
              <a:gd name="p0y0" fmla="*/ 0 h 6560"/>
              <a:gd name="p0x1" fmla="*/ 5033 w 5363"/>
              <a:gd name="p0y1" fmla="*/ 0 h 6560"/>
              <a:gd name="p0x2" fmla="*/ 5215 w 5363"/>
              <a:gd name="p0y2" fmla="*/ 0 h 6560"/>
              <a:gd name="p0x3" fmla="*/ 5363 w 5363"/>
              <a:gd name="p0y3" fmla="*/ 147 h 6560"/>
              <a:gd name="p0x4" fmla="*/ 5363 w 5363"/>
              <a:gd name="p0y4" fmla="*/ 330 h 6560"/>
              <a:gd name="p0x5" fmla="*/ 5363 w 5363"/>
              <a:gd name="p0y5" fmla="*/ 6230 h 6560"/>
              <a:gd name="p0x6" fmla="*/ 5363 w 5363"/>
              <a:gd name="p0y6" fmla="*/ 6413 h 6560"/>
              <a:gd name="p0x7" fmla="*/ 5215 w 5363"/>
              <a:gd name="p0y7" fmla="*/ 6560 h 6560"/>
              <a:gd name="p0x8" fmla="*/ 5033 w 5363"/>
              <a:gd name="p0y8" fmla="*/ 6560 h 6560"/>
              <a:gd name="p0x9" fmla="*/ 330 w 5363"/>
              <a:gd name="p0y9" fmla="*/ 6560 h 6560"/>
              <a:gd name="p0x10" fmla="*/ 147 w 5363"/>
              <a:gd name="p0y10" fmla="*/ 6560 h 6560"/>
              <a:gd name="p0x11" fmla="*/ 0 w 5363"/>
              <a:gd name="p0y11" fmla="*/ 6413 h 6560"/>
              <a:gd name="p0x12" fmla="*/ 0 w 5363"/>
              <a:gd name="p0y12" fmla="*/ 6230 h 6560"/>
              <a:gd name="p0x13" fmla="*/ 0 w 5363"/>
              <a:gd name="p0y13" fmla="*/ 330 h 6560"/>
              <a:gd name="p0x14" fmla="*/ 0 w 5363"/>
              <a:gd name="p0y14" fmla="*/ 147 h 6560"/>
              <a:gd name="p0x15" fmla="*/ 147 w 5363"/>
              <a:gd name="p0y15" fmla="*/ 0 h 6560"/>
              <a:gd name="p0x16" fmla="*/ 330 w 5363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5"/>
            </p:custDataLst>
          </p:nvPr>
        </p:nvSpPr>
        <p:spPr>
          <a:xfrm>
            <a:off x="4799409" y="2501351"/>
            <a:ext cx="301525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批处理</a:t>
            </a:r>
            <a:r>
              <a:rPr lang="en-US" altLang="zh-CN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6</a:t>
            </a:r>
            <a:r>
              <a:rPr lang="zh-CN" alt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步流程</a:t>
            </a:r>
            <a:endParaRPr lang="zh-CN" altLang="en-US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6"/>
            </p:custDataLst>
          </p:nvPr>
        </p:nvSpPr>
        <p:spPr>
          <a:xfrm>
            <a:off x="4799330" y="297116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4951962" y="3044619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5409009" y="3104626"/>
            <a:ext cx="196706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16 Consumer</a:t>
            </a:r>
            <a:r>
              <a:rPr 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线程消费</a:t>
            </a:r>
            <a:endParaRPr 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9"/>
            </p:custDataLst>
          </p:nvPr>
        </p:nvSpPr>
        <p:spPr>
          <a:xfrm>
            <a:off x="4799330" y="352171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50"/>
            </p:custDataLst>
          </p:nvPr>
        </p:nvSpPr>
        <p:spPr>
          <a:xfrm>
            <a:off x="4951962" y="3595507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2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51"/>
            </p:custDataLst>
          </p:nvPr>
        </p:nvSpPr>
        <p:spPr>
          <a:xfrm>
            <a:off x="5409009" y="3655514"/>
            <a:ext cx="245848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LinkedBlockingQueue</a:t>
            </a:r>
            <a:r>
              <a:rPr 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缓冲</a:t>
            </a:r>
            <a:endParaRPr 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2"/>
            </p:custDataLst>
          </p:nvPr>
        </p:nvSpPr>
        <p:spPr>
          <a:xfrm>
            <a:off x="4799330" y="407289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3"/>
            </p:custDataLst>
          </p:nvPr>
        </p:nvSpPr>
        <p:spPr>
          <a:xfrm>
            <a:off x="4951962" y="4146395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3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4"/>
            </p:custDataLst>
          </p:nvPr>
        </p:nvSpPr>
        <p:spPr>
          <a:xfrm>
            <a:off x="5409009" y="4206402"/>
            <a:ext cx="174880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100ms/1000</a:t>
            </a:r>
            <a:r>
              <a:rPr 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条触发</a:t>
            </a:r>
            <a:endParaRPr 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5"/>
            </p:custDataLst>
          </p:nvPr>
        </p:nvSpPr>
        <p:spPr>
          <a:xfrm>
            <a:off x="4799330" y="462343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56"/>
            </p:custDataLst>
          </p:nvPr>
        </p:nvSpPr>
        <p:spPr>
          <a:xfrm>
            <a:off x="4951962" y="4697282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4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57"/>
            </p:custDataLst>
          </p:nvPr>
        </p:nvSpPr>
        <p:spPr>
          <a:xfrm>
            <a:off x="5409009" y="4757290"/>
            <a:ext cx="244301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8 shard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并行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batch INSERT</a:t>
            </a:r>
            <a:endParaRPr lang="en-US" alt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8"/>
            </p:custDataLst>
          </p:nvPr>
        </p:nvSpPr>
        <p:spPr>
          <a:xfrm>
            <a:off x="4799330" y="51746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59"/>
            </p:custDataLst>
          </p:nvPr>
        </p:nvSpPr>
        <p:spPr>
          <a:xfrm>
            <a:off x="4951962" y="5248170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5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0"/>
            </p:custDataLst>
          </p:nvPr>
        </p:nvSpPr>
        <p:spPr>
          <a:xfrm>
            <a:off x="5409009" y="5193878"/>
            <a:ext cx="240565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8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线程并行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conversation UPDATE</a:t>
            </a:r>
            <a:endParaRPr lang="en-US" alt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61"/>
            </p:custDataLst>
          </p:nvPr>
        </p:nvSpPr>
        <p:spPr>
          <a:xfrm>
            <a:off x="4799330" y="572516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62"/>
            </p:custDataLst>
          </p:nvPr>
        </p:nvSpPr>
        <p:spPr>
          <a:xfrm>
            <a:off x="4951962" y="5799058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6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63"/>
            </p:custDataLst>
          </p:nvPr>
        </p:nvSpPr>
        <p:spPr>
          <a:xfrm>
            <a:off x="5409009" y="5744766"/>
            <a:ext cx="240565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async batch inbox/outbox INSERT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64"/>
            </p:custDataLst>
          </p:nvPr>
        </p:nvSpPr>
        <p:spPr>
          <a:xfrm>
            <a:off x="8209915" y="2305685"/>
            <a:ext cx="3405505" cy="4166235"/>
          </a:xfrm>
          <a:custGeom>
            <a:avLst/>
            <a:gdLst>
              <a:gd name="sw" fmla="*/ 1 w 5363"/>
              <a:gd name="sh" fmla="*/ 1 h 6560"/>
              <a:gd name="mins" fmla="min sw sh"/>
              <a:gd name="dsw" fmla="+- 0 sw mins"/>
              <a:gd name="dsh" fmla="+- 0 sh mins"/>
              <a:gd name="p0x0" fmla="*/ 330 w 5363"/>
              <a:gd name="p0y0" fmla="*/ 0 h 6560"/>
              <a:gd name="p0x1" fmla="*/ 5033 w 5363"/>
              <a:gd name="p0y1" fmla="*/ 0 h 6560"/>
              <a:gd name="p0x2" fmla="*/ 5215 w 5363"/>
              <a:gd name="p0y2" fmla="*/ 0 h 6560"/>
              <a:gd name="p0x3" fmla="*/ 5363 w 5363"/>
              <a:gd name="p0y3" fmla="*/ 147 h 6560"/>
              <a:gd name="p0x4" fmla="*/ 5363 w 5363"/>
              <a:gd name="p0y4" fmla="*/ 330 h 6560"/>
              <a:gd name="p0x5" fmla="*/ 5363 w 5363"/>
              <a:gd name="p0y5" fmla="*/ 6230 h 6560"/>
              <a:gd name="p0x6" fmla="*/ 5363 w 5363"/>
              <a:gd name="p0y6" fmla="*/ 6413 h 6560"/>
              <a:gd name="p0x7" fmla="*/ 5215 w 5363"/>
              <a:gd name="p0y7" fmla="*/ 6560 h 6560"/>
              <a:gd name="p0x8" fmla="*/ 5033 w 5363"/>
              <a:gd name="p0y8" fmla="*/ 6560 h 6560"/>
              <a:gd name="p0x9" fmla="*/ 330 w 5363"/>
              <a:gd name="p0y9" fmla="*/ 6560 h 6560"/>
              <a:gd name="p0x10" fmla="*/ 147 w 5363"/>
              <a:gd name="p0y10" fmla="*/ 6560 h 6560"/>
              <a:gd name="p0x11" fmla="*/ 0 w 5363"/>
              <a:gd name="p0y11" fmla="*/ 6413 h 6560"/>
              <a:gd name="p0x12" fmla="*/ 0 w 5363"/>
              <a:gd name="p0y12" fmla="*/ 6230 h 6560"/>
              <a:gd name="p0x13" fmla="*/ 0 w 5363"/>
              <a:gd name="p0y13" fmla="*/ 330 h 6560"/>
              <a:gd name="p0x14" fmla="*/ 0 w 5363"/>
              <a:gd name="p0y14" fmla="*/ 147 h 6560"/>
              <a:gd name="p0x15" fmla="*/ 147 w 5363"/>
              <a:gd name="p0y15" fmla="*/ 0 h 6560"/>
              <a:gd name="p0x16" fmla="*/ 330 w 5363"/>
              <a:gd name="p0y16" fmla="*/ 0 h 6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65"/>
            </p:custDataLst>
          </p:nvPr>
        </p:nvSpPr>
        <p:spPr>
          <a:xfrm>
            <a:off x="8405222" y="2501351"/>
            <a:ext cx="301525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三重可靠性保障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66"/>
            </p:custDataLst>
          </p:nvPr>
        </p:nvSpPr>
        <p:spPr>
          <a:xfrm>
            <a:off x="8404860" y="2915285"/>
            <a:ext cx="3015615" cy="1069975"/>
          </a:xfrm>
          <a:custGeom>
            <a:avLst/>
            <a:gdLst>
              <a:gd name="sw" fmla="*/ 1 w 4748"/>
              <a:gd name="sh" fmla="*/ 1 h 1684"/>
              <a:gd name="mins" fmla="min sw sh"/>
              <a:gd name="dsw" fmla="+- 0 sw mins"/>
              <a:gd name="dsh" fmla="+- 0 sh mins"/>
              <a:gd name="p0x0" fmla="*/ 210 w 4748"/>
              <a:gd name="p0y0" fmla="*/ 0 h 1684"/>
              <a:gd name="p0x1" fmla="*/ 4538 w 4748"/>
              <a:gd name="p0y1" fmla="*/ 0 h 1684"/>
              <a:gd name="p0x2" fmla="*/ 4654 w 4748"/>
              <a:gd name="p0y2" fmla="*/ 0 h 1684"/>
              <a:gd name="p0x3" fmla="*/ 4748 w 4748"/>
              <a:gd name="p0y3" fmla="*/ 94 h 1684"/>
              <a:gd name="p0x4" fmla="*/ 4748 w 4748"/>
              <a:gd name="p0y4" fmla="*/ 210 h 1684"/>
              <a:gd name="p0x5" fmla="*/ 4748 w 4748"/>
              <a:gd name="p0y5" fmla="*/ 1474 h 1684"/>
              <a:gd name="p0x6" fmla="*/ 4748 w 4748"/>
              <a:gd name="p0y6" fmla="*/ 1590 h 1684"/>
              <a:gd name="p0x7" fmla="*/ 4654 w 4748"/>
              <a:gd name="p0y7" fmla="*/ 1684 h 1684"/>
              <a:gd name="p0x8" fmla="*/ 4538 w 4748"/>
              <a:gd name="p0y8" fmla="*/ 1684 h 1684"/>
              <a:gd name="p0x9" fmla="*/ 210 w 4748"/>
              <a:gd name="p0y9" fmla="*/ 1684 h 1684"/>
              <a:gd name="p0x10" fmla="*/ 94 w 4748"/>
              <a:gd name="p0y10" fmla="*/ 1684 h 1684"/>
              <a:gd name="p0x11" fmla="*/ 0 w 4748"/>
              <a:gd name="p0y11" fmla="*/ 1590 h 1684"/>
              <a:gd name="p0x12" fmla="*/ 0 w 4748"/>
              <a:gd name="p0y12" fmla="*/ 1474 h 1684"/>
              <a:gd name="p0x13" fmla="*/ 0 w 4748"/>
              <a:gd name="p0y13" fmla="*/ 210 h 1684"/>
              <a:gd name="p0x14" fmla="*/ 0 w 4748"/>
              <a:gd name="p0y14" fmla="*/ 94 h 1684"/>
              <a:gd name="p0x15" fmla="*/ 94 w 4748"/>
              <a:gd name="p0y15" fmla="*/ 0 h 1684"/>
              <a:gd name="p0x16" fmla="*/ 210 w 4748"/>
              <a:gd name="p0y16" fmla="*/ 0 h 16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任意多边形 56"/>
          <p:cNvSpPr/>
          <p:nvPr>
            <p:custDataLst>
              <p:tags r:id="rId67"/>
            </p:custDataLst>
          </p:nvPr>
        </p:nvSpPr>
        <p:spPr>
          <a:xfrm>
            <a:off x="8519160" y="3048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8333" t="-5263" r="-8333" b="-5263"/>
          <a:stretch>
            <a:fillRect/>
          </a:stretch>
        </p:blipFill>
        <p:spPr>
          <a:xfrm>
            <a:off x="8629015" y="3158490"/>
            <a:ext cx="200025" cy="200025"/>
          </a:xfrm>
          <a:prstGeom prst="rect">
            <a:avLst/>
          </a:prstGeom>
        </p:spPr>
      </p:pic>
      <p:sp>
        <p:nvSpPr>
          <p:cNvPr id="59" name="文本框 58"/>
          <p:cNvSpPr txBox="1"/>
          <p:nvPr>
            <p:custDataLst>
              <p:tags r:id="rId71"/>
            </p:custDataLst>
          </p:nvPr>
        </p:nvSpPr>
        <p:spPr>
          <a:xfrm>
            <a:off x="9052922" y="3029988"/>
            <a:ext cx="225325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第一重</a:t>
            </a:r>
            <a:r>
              <a:rPr lang="en-US" altLang="zh-CN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· Kafka Ingress-Consumer</a:t>
            </a:r>
            <a:endParaRPr lang="en-US" altLang="zh-CN"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72"/>
            </p:custDataLst>
          </p:nvPr>
        </p:nvSpPr>
        <p:spPr>
          <a:xfrm>
            <a:off x="8519522" y="3525288"/>
            <a:ext cx="2786653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消息发送即入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，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Consumer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持久化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+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推送</a:t>
            </a:r>
            <a:endParaRPr lang="zh-CN" altLang="en-US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73"/>
            </p:custDataLst>
          </p:nvPr>
        </p:nvSpPr>
        <p:spPr>
          <a:xfrm>
            <a:off x="8404860" y="4061460"/>
            <a:ext cx="3015615" cy="1069340"/>
          </a:xfrm>
          <a:custGeom>
            <a:avLst/>
            <a:gdLst>
              <a:gd name="sw" fmla="*/ 1 w 4748"/>
              <a:gd name="sh" fmla="*/ 1 h 1684"/>
              <a:gd name="mins" fmla="min sw sh"/>
              <a:gd name="dsw" fmla="+- 0 sw mins"/>
              <a:gd name="dsh" fmla="+- 0 sh mins"/>
              <a:gd name="p0x0" fmla="*/ 210 w 4748"/>
              <a:gd name="p0y0" fmla="*/ 0 h 1684"/>
              <a:gd name="p0x1" fmla="*/ 4538 w 4748"/>
              <a:gd name="p0y1" fmla="*/ 0 h 1684"/>
              <a:gd name="p0x2" fmla="*/ 4654 w 4748"/>
              <a:gd name="p0y2" fmla="*/ 0 h 1684"/>
              <a:gd name="p0x3" fmla="*/ 4748 w 4748"/>
              <a:gd name="p0y3" fmla="*/ 94 h 1684"/>
              <a:gd name="p0x4" fmla="*/ 4748 w 4748"/>
              <a:gd name="p0y4" fmla="*/ 210 h 1684"/>
              <a:gd name="p0x5" fmla="*/ 4748 w 4748"/>
              <a:gd name="p0y5" fmla="*/ 1474 h 1684"/>
              <a:gd name="p0x6" fmla="*/ 4748 w 4748"/>
              <a:gd name="p0y6" fmla="*/ 1590 h 1684"/>
              <a:gd name="p0x7" fmla="*/ 4654 w 4748"/>
              <a:gd name="p0y7" fmla="*/ 1684 h 1684"/>
              <a:gd name="p0x8" fmla="*/ 4538 w 4748"/>
              <a:gd name="p0y8" fmla="*/ 1684 h 1684"/>
              <a:gd name="p0x9" fmla="*/ 210 w 4748"/>
              <a:gd name="p0y9" fmla="*/ 1684 h 1684"/>
              <a:gd name="p0x10" fmla="*/ 94 w 4748"/>
              <a:gd name="p0y10" fmla="*/ 1684 h 1684"/>
              <a:gd name="p0x11" fmla="*/ 0 w 4748"/>
              <a:gd name="p0y11" fmla="*/ 1590 h 1684"/>
              <a:gd name="p0x12" fmla="*/ 0 w 4748"/>
              <a:gd name="p0y12" fmla="*/ 1474 h 1684"/>
              <a:gd name="p0x13" fmla="*/ 0 w 4748"/>
              <a:gd name="p0y13" fmla="*/ 210 h 1684"/>
              <a:gd name="p0x14" fmla="*/ 0 w 4748"/>
              <a:gd name="p0y14" fmla="*/ 94 h 1684"/>
              <a:gd name="p0x15" fmla="*/ 94 w 4748"/>
              <a:gd name="p0y15" fmla="*/ 0 h 1684"/>
              <a:gd name="p0x16" fmla="*/ 210 w 4748"/>
              <a:gd name="p0y16" fmla="*/ 0 h 16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74"/>
            </p:custDataLst>
          </p:nvPr>
        </p:nvSpPr>
        <p:spPr>
          <a:xfrm>
            <a:off x="8519160" y="41948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3" name="图片 62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8629015" y="4304030"/>
            <a:ext cx="200025" cy="200025"/>
          </a:xfrm>
          <a:prstGeom prst="rect">
            <a:avLst/>
          </a:prstGeom>
        </p:spPr>
      </p:pic>
      <p:sp>
        <p:nvSpPr>
          <p:cNvPr id="64" name="文本框 63"/>
          <p:cNvSpPr txBox="1"/>
          <p:nvPr>
            <p:custDataLst>
              <p:tags r:id="rId78"/>
            </p:custDataLst>
          </p:nvPr>
        </p:nvSpPr>
        <p:spPr>
          <a:xfrm>
            <a:off x="9052922" y="4175817"/>
            <a:ext cx="225325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第二重</a:t>
            </a:r>
            <a:r>
              <a:rPr lang="en-US" altLang="zh-CN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· Outbox+Pending</a:t>
            </a:r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索引表</a:t>
            </a:r>
            <a:endParaRPr lang="zh-CN" altLang="en-US"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79"/>
            </p:custDataLst>
          </p:nvPr>
        </p:nvSpPr>
        <p:spPr>
          <a:xfrm>
            <a:off x="8519522" y="4671117"/>
            <a:ext cx="2786653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每秒轮询，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O(1)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精确路由，指数退避重试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最多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6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80"/>
            </p:custDataLst>
          </p:nvPr>
        </p:nvSpPr>
        <p:spPr>
          <a:xfrm>
            <a:off x="8404860" y="5207000"/>
            <a:ext cx="3015615" cy="1069975"/>
          </a:xfrm>
          <a:custGeom>
            <a:avLst/>
            <a:gdLst>
              <a:gd name="sw" fmla="*/ 1 w 4748"/>
              <a:gd name="sh" fmla="*/ 1 h 1684"/>
              <a:gd name="mins" fmla="min sw sh"/>
              <a:gd name="dsw" fmla="+- 0 sw mins"/>
              <a:gd name="dsh" fmla="+- 0 sh mins"/>
              <a:gd name="p0x0" fmla="*/ 210 w 4748"/>
              <a:gd name="p0y0" fmla="*/ 0 h 1684"/>
              <a:gd name="p0x1" fmla="*/ 4538 w 4748"/>
              <a:gd name="p0y1" fmla="*/ 0 h 1684"/>
              <a:gd name="p0x2" fmla="*/ 4654 w 4748"/>
              <a:gd name="p0y2" fmla="*/ 0 h 1684"/>
              <a:gd name="p0x3" fmla="*/ 4748 w 4748"/>
              <a:gd name="p0y3" fmla="*/ 94 h 1684"/>
              <a:gd name="p0x4" fmla="*/ 4748 w 4748"/>
              <a:gd name="p0y4" fmla="*/ 210 h 1684"/>
              <a:gd name="p0x5" fmla="*/ 4748 w 4748"/>
              <a:gd name="p0y5" fmla="*/ 1474 h 1684"/>
              <a:gd name="p0x6" fmla="*/ 4748 w 4748"/>
              <a:gd name="p0y6" fmla="*/ 1590 h 1684"/>
              <a:gd name="p0x7" fmla="*/ 4654 w 4748"/>
              <a:gd name="p0y7" fmla="*/ 1684 h 1684"/>
              <a:gd name="p0x8" fmla="*/ 4538 w 4748"/>
              <a:gd name="p0y8" fmla="*/ 1684 h 1684"/>
              <a:gd name="p0x9" fmla="*/ 210 w 4748"/>
              <a:gd name="p0y9" fmla="*/ 1684 h 1684"/>
              <a:gd name="p0x10" fmla="*/ 94 w 4748"/>
              <a:gd name="p0y10" fmla="*/ 1684 h 1684"/>
              <a:gd name="p0x11" fmla="*/ 0 w 4748"/>
              <a:gd name="p0y11" fmla="*/ 1590 h 1684"/>
              <a:gd name="p0x12" fmla="*/ 0 w 4748"/>
              <a:gd name="p0y12" fmla="*/ 1474 h 1684"/>
              <a:gd name="p0x13" fmla="*/ 0 w 4748"/>
              <a:gd name="p0y13" fmla="*/ 210 h 1684"/>
              <a:gd name="p0x14" fmla="*/ 0 w 4748"/>
              <a:gd name="p0y14" fmla="*/ 94 h 1684"/>
              <a:gd name="p0x15" fmla="*/ 94 w 4748"/>
              <a:gd name="p0y15" fmla="*/ 0 h 1684"/>
              <a:gd name="p0x16" fmla="*/ 210 w 4748"/>
              <a:gd name="p0y16" fmla="*/ 0 h 16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81"/>
            </p:custDataLst>
          </p:nvPr>
        </p:nvSpPr>
        <p:spPr>
          <a:xfrm>
            <a:off x="8519160" y="53403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 l="-8667" t="-2500" r="-8667" b="-2500"/>
          <a:stretch>
            <a:fillRect/>
          </a:stretch>
        </p:blipFill>
        <p:spPr>
          <a:xfrm>
            <a:off x="8616950" y="5450205"/>
            <a:ext cx="223520" cy="200025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85"/>
            </p:custDataLst>
          </p:nvPr>
        </p:nvSpPr>
        <p:spPr>
          <a:xfrm>
            <a:off x="9052922" y="5321646"/>
            <a:ext cx="225325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第三重</a:t>
            </a:r>
            <a:r>
              <a:rPr lang="en-US" altLang="zh-CN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· Redis Reconcile</a:t>
            </a:r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补偿</a:t>
            </a:r>
            <a:endParaRPr lang="zh-CN" altLang="en-US"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86"/>
            </p:custDataLst>
          </p:nvPr>
        </p:nvSpPr>
        <p:spPr>
          <a:xfrm>
            <a:off x="8519522" y="5816946"/>
            <a:ext cx="2786653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INSERT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失败时写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 HASH+SET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，定时任务补写</a:t>
            </a:r>
            <a:endParaRPr lang="zh-CN" altLang="en-US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群聊消息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—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写扩散与读扩散</a:t>
            </a:r>
            <a:endParaRPr lang="zh-CN" altLang="en-US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981075"/>
          </a:xfrm>
          <a:custGeom>
            <a:avLst/>
            <a:gdLst>
              <a:gd name="sw" fmla="*/ 1 w 17385"/>
              <a:gd name="sh" fmla="*/ 1 h 1545"/>
              <a:gd name="mins" fmla="min sw sh"/>
              <a:gd name="dsw" fmla="+- 0 sw mins"/>
              <a:gd name="dsh" fmla="+- 0 sh mins"/>
              <a:gd name="p0x0" fmla="*/ 330 w 17385"/>
              <a:gd name="p0y0" fmla="*/ 0 h 1545"/>
              <a:gd name="p0x1" fmla="*/ 17055 w 17385"/>
              <a:gd name="p0y1" fmla="*/ 0 h 1545"/>
              <a:gd name="p0x2" fmla="*/ 17237 w 17385"/>
              <a:gd name="p0y2" fmla="*/ 0 h 1545"/>
              <a:gd name="p0x3" fmla="*/ 17385 w 17385"/>
              <a:gd name="p0y3" fmla="*/ 147 h 1545"/>
              <a:gd name="p0x4" fmla="*/ 17385 w 17385"/>
              <a:gd name="p0y4" fmla="*/ 330 h 1545"/>
              <a:gd name="p0x5" fmla="*/ 17385 w 17385"/>
              <a:gd name="p0y5" fmla="*/ 1215 h 1545"/>
              <a:gd name="p0x6" fmla="*/ 17385 w 17385"/>
              <a:gd name="p0y6" fmla="*/ 1397 h 1545"/>
              <a:gd name="p0x7" fmla="*/ 17237 w 17385"/>
              <a:gd name="p0y7" fmla="*/ 1545 h 1545"/>
              <a:gd name="p0x8" fmla="*/ 17055 w 17385"/>
              <a:gd name="p0y8" fmla="*/ 1545 h 1545"/>
              <a:gd name="p0x9" fmla="*/ 330 w 17385"/>
              <a:gd name="p0y9" fmla="*/ 1545 h 1545"/>
              <a:gd name="p0x10" fmla="*/ 147 w 17385"/>
              <a:gd name="p0y10" fmla="*/ 1545 h 1545"/>
              <a:gd name="p0x11" fmla="*/ 0 w 17385"/>
              <a:gd name="p0y11" fmla="*/ 1397 h 1545"/>
              <a:gd name="p0x12" fmla="*/ 0 w 17385"/>
              <a:gd name="p0y12" fmla="*/ 1215 h 1545"/>
              <a:gd name="p0x13" fmla="*/ 0 w 17385"/>
              <a:gd name="p0y13" fmla="*/ 330 h 1545"/>
              <a:gd name="p0x14" fmla="*/ 0 w 17385"/>
              <a:gd name="p0y14" fmla="*/ 147 h 1545"/>
              <a:gd name="p0x15" fmla="*/ 147 w 17385"/>
              <a:gd name="p0y15" fmla="*/ 0 h 1545"/>
              <a:gd name="p0x16" fmla="*/ 330 w 17385"/>
              <a:gd name="p0y16" fmla="*/ 0 h 15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4EA0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102473" y="1485900"/>
            <a:ext cx="145665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5000</a:t>
            </a:r>
            <a:r>
              <a:rPr lang="zh-CN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人大群场景</a:t>
            </a:r>
            <a:endParaRPr lang="zh-CN" sz="1350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540072" y="1234440"/>
            <a:ext cx="2197675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15000</a:t>
            </a:r>
            <a:endParaRPr sz="420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242447" y="1581150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次推送扇出量</a:t>
            </a:r>
            <a:endParaRPr sz="1500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537847" y="1485900"/>
            <a:ext cx="172313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= 5000 </a:t>
            </a:r>
            <a:r>
              <a:rPr lang="zh-CN" altLang="en-US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×</a:t>
            </a:r>
            <a:r>
              <a:rPr lang="en-US" altLang="zh-CN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3(</a:t>
            </a:r>
            <a:r>
              <a:rPr lang="zh-CN" altLang="en-US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多设备</a:t>
            </a:r>
            <a:r>
              <a:rPr lang="en-US" altLang="zh-CN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350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581025" y="2295525"/>
            <a:ext cx="5505450" cy="3204845"/>
          </a:xfrm>
          <a:custGeom>
            <a:avLst/>
            <a:gdLst>
              <a:gd name="sw" fmla="*/ 1 w 8670"/>
              <a:gd name="sh" fmla="*/ 1 h 5047"/>
              <a:gd name="mins" fmla="min sw sh"/>
              <a:gd name="dsw" fmla="+- 0 sw mins"/>
              <a:gd name="dsh" fmla="+- 0 sh mins"/>
              <a:gd name="p0x0" fmla="*/ 330 w 8670"/>
              <a:gd name="p0y0" fmla="*/ 0 h 5047"/>
              <a:gd name="p0x1" fmla="*/ 8670 w 8670"/>
              <a:gd name="p0y1" fmla="*/ 0 h 5047"/>
              <a:gd name="p0x2" fmla="*/ 8670 w 8670"/>
              <a:gd name="p0y2" fmla="*/ 5047 h 5047"/>
              <a:gd name="p0x3" fmla="*/ 330 w 8670"/>
              <a:gd name="p0y3" fmla="*/ 5047 h 5047"/>
              <a:gd name="p0x4" fmla="*/ 147 w 8670"/>
              <a:gd name="p0y4" fmla="*/ 5047 h 5047"/>
              <a:gd name="p0x5" fmla="*/ 0 w 8670"/>
              <a:gd name="p0y5" fmla="*/ 4899 h 5047"/>
              <a:gd name="p0x6" fmla="*/ 0 w 8670"/>
              <a:gd name="p0y6" fmla="*/ 4717 h 5047"/>
              <a:gd name="p0x7" fmla="*/ 0 w 8670"/>
              <a:gd name="p0y7" fmla="*/ 330 h 5047"/>
              <a:gd name="p0x8" fmla="*/ 0 w 8670"/>
              <a:gd name="p0y8" fmla="*/ 147 h 5047"/>
              <a:gd name="p0x9" fmla="*/ 147 w 8670"/>
              <a:gd name="p0y9" fmla="*/ 0 h 5047"/>
              <a:gd name="p0x10" fmla="*/ 330 w 8670"/>
              <a:gd name="p0y10" fmla="*/ 0 h 50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cubicBezTo>
                  <a:pt x="p0x4" y="p0y4"/>
                  <a:pt x="p0x5" y="p0y5"/>
                  <a:pt x="p0x6" y="p0y6"/>
                </a:cubicBezTo>
                <a:lnTo>
                  <a:pt x="p0x7" y="p0y7"/>
                </a:lnTo>
                <a:cubicBezTo>
                  <a:pt x="p0x8" y="p0y8"/>
                  <a:pt x="p0x9" y="p0y9"/>
                  <a:pt x="p0x10" y="p0y10"/>
                </a:cubicBezTo>
                <a:close/>
              </a:path>
            </a:pathLst>
          </a:custGeom>
          <a:solidFill>
            <a:srgbClr val="CDF6E6"/>
          </a:solidFill>
          <a:ln w="19050" cmpd="sng">
            <a:solidFill>
              <a:srgbClr val="43C78F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781050" y="2686050"/>
            <a:ext cx="190500" cy="152400"/>
          </a:xfrm>
          <a:custGeom>
            <a:avLst/>
            <a:gdLst>
              <a:gd name="sw" fmla="*/ 1 w 300"/>
              <a:gd name="sh" fmla="*/ 1 h 240"/>
              <a:gd name="mins" fmla="min sw sh"/>
              <a:gd name="dsw" fmla="+- 0 sw mins"/>
              <a:gd name="dsh" fmla="+- 0 sh mins"/>
              <a:gd name="p0x0" fmla="*/ 120 w 300"/>
              <a:gd name="p0y0" fmla="*/ 0 h 240"/>
              <a:gd name="p0x1" fmla="*/ 180 w 300"/>
              <a:gd name="p0y1" fmla="*/ 0 h 240"/>
              <a:gd name="p0x2" fmla="*/ 246 w 300"/>
              <a:gd name="p0y2" fmla="*/ 0 h 240"/>
              <a:gd name="p0x3" fmla="*/ 300 w 300"/>
              <a:gd name="p0y3" fmla="*/ 53 h 240"/>
              <a:gd name="p0x4" fmla="*/ 300 w 300"/>
              <a:gd name="p0y4" fmla="*/ 120 h 240"/>
              <a:gd name="p0x5" fmla="*/ 300 w 300"/>
              <a:gd name="p0y5" fmla="*/ 186 h 240"/>
              <a:gd name="p0x6" fmla="*/ 246 w 300"/>
              <a:gd name="p0y6" fmla="*/ 240 h 240"/>
              <a:gd name="p0x7" fmla="*/ 180 w 300"/>
              <a:gd name="p0y7" fmla="*/ 240 h 240"/>
              <a:gd name="p0x8" fmla="*/ 120 w 300"/>
              <a:gd name="p0y8" fmla="*/ 240 h 240"/>
              <a:gd name="p0x9" fmla="*/ 53 w 300"/>
              <a:gd name="p0y9" fmla="*/ 240 h 240"/>
              <a:gd name="p0x10" fmla="*/ 0 w 300"/>
              <a:gd name="p0y10" fmla="*/ 186 h 240"/>
              <a:gd name="p0x11" fmla="*/ 0 w 300"/>
              <a:gd name="p0y11" fmla="*/ 120 h 240"/>
              <a:gd name="p0x12" fmla="*/ 0 w 300"/>
              <a:gd name="p0y12" fmla="*/ 53 h 240"/>
              <a:gd name="p0x13" fmla="*/ 53 w 300"/>
              <a:gd name="p0y13" fmla="*/ 0 h 240"/>
              <a:gd name="p0x14" fmla="*/ 120 w 300"/>
              <a:gd name="p0y14" fmla="*/ 0 h 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800100" y="2686050"/>
            <a:ext cx="152400" cy="1524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047750" y="2479358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写扩散</a:t>
            </a:r>
            <a:endParaRPr sz="2100" b="1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1047750" y="2828925"/>
            <a:ext cx="109686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小群</a:t>
            </a:r>
            <a:r>
              <a:rPr lang="en-US" altLang="zh-CN" sz="120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≤500</a:t>
            </a:r>
            <a:r>
              <a:rPr lang="zh-CN" altLang="en-US" sz="120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人</a:t>
            </a:r>
            <a:endParaRPr lang="zh-CN" altLang="en-US" sz="120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781050" y="3143250"/>
            <a:ext cx="5105400" cy="389890"/>
            <a:chOff x="1230" y="4950"/>
            <a:chExt cx="8040" cy="614"/>
          </a:xfrm>
        </p:grpSpPr>
        <p:sp>
          <p:nvSpPr>
            <p:cNvPr id="14" name="任意多边形 13"/>
            <p:cNvSpPr/>
            <p:nvPr>
              <p:custDataLst>
                <p:tags r:id="rId14"/>
              </p:custDataLst>
            </p:nvPr>
          </p:nvSpPr>
          <p:spPr>
            <a:xfrm>
              <a:off x="1230" y="4950"/>
              <a:ext cx="8040" cy="615"/>
            </a:xfrm>
            <a:custGeom>
              <a:avLst/>
              <a:gdLst>
                <a:gd name="sw" fmla="*/ 1 w 8040"/>
                <a:gd name="sh" fmla="*/ 1 h 615"/>
                <a:gd name="mins" fmla="min sw sh"/>
                <a:gd name="dsw" fmla="+- 0 sw mins"/>
                <a:gd name="dsh" fmla="+- 0 sh mins"/>
                <a:gd name="p0x0" fmla="*/ 0 w 8040"/>
                <a:gd name="p0y0" fmla="*/ 0 h 615"/>
                <a:gd name="p0x1" fmla="*/ 8040 w 8040"/>
                <a:gd name="p0y1" fmla="*/ 0 h 615"/>
                <a:gd name="p0x2" fmla="*/ 8040 w 8040"/>
                <a:gd name="p0y2" fmla="*/ 615 h 615"/>
                <a:gd name="p0x3" fmla="*/ 0 w 8040"/>
                <a:gd name="p0y3" fmla="*/ 615 h 615"/>
                <a:gd name="p0x4" fmla="*/ 0 w 804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5"/>
              </p:custDataLst>
            </p:nvPr>
          </p:nvSpPr>
          <p:spPr>
            <a:xfrm>
              <a:off x="1230" y="5550"/>
              <a:ext cx="8040" cy="15"/>
            </a:xfrm>
            <a:custGeom>
              <a:avLst/>
              <a:gdLst>
                <a:gd name="sw" fmla="*/ 1 w 8040"/>
                <a:gd name="sh" fmla="*/ 1 h 15"/>
                <a:gd name="mins" fmla="min sw sh"/>
                <a:gd name="dsw" fmla="+- 0 sw mins"/>
                <a:gd name="dsh" fmla="+- 0 sh mins"/>
                <a:gd name="p0x0" fmla="*/ 8040 w 8040"/>
                <a:gd name="p0y0" fmla="*/ 15 h 15"/>
                <a:gd name="p0x1" fmla="*/ 0 w 8040"/>
                <a:gd name="p0y1" fmla="*/ 15 h 15"/>
                <a:gd name="p0x2" fmla="*/ 0 w 8040"/>
                <a:gd name="p0y2" fmla="*/ 0 h 15"/>
                <a:gd name="p0x3" fmla="*/ 8040 w 8040"/>
                <a:gd name="p0y3" fmla="*/ 0 h 15"/>
                <a:gd name="p0x4" fmla="*/ 8040 w 804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781050" y="3219450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写入方式</a:t>
            </a:r>
            <a:endParaRPr sz="13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1619250" y="3219450"/>
            <a:ext cx="198611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为每个成员写一份</a:t>
            </a:r>
            <a:r>
              <a:rPr lang="en-US" altLang="zh-CN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Inbox</a:t>
            </a:r>
            <a:endParaRPr lang="en-US" altLang="zh-CN" sz="13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781050" y="3609975"/>
            <a:ext cx="5105400" cy="389890"/>
            <a:chOff x="1230" y="5685"/>
            <a:chExt cx="8040" cy="614"/>
          </a:xfrm>
        </p:grpSpPr>
        <p:sp>
          <p:nvSpPr>
            <p:cNvPr id="19" name="任意多边形 18"/>
            <p:cNvSpPr/>
            <p:nvPr>
              <p:custDataLst>
                <p:tags r:id="rId18"/>
              </p:custDataLst>
            </p:nvPr>
          </p:nvSpPr>
          <p:spPr>
            <a:xfrm>
              <a:off x="1230" y="5685"/>
              <a:ext cx="8040" cy="615"/>
            </a:xfrm>
            <a:custGeom>
              <a:avLst/>
              <a:gdLst>
                <a:gd name="sw" fmla="*/ 1 w 8040"/>
                <a:gd name="sh" fmla="*/ 1 h 615"/>
                <a:gd name="mins" fmla="min sw sh"/>
                <a:gd name="dsw" fmla="+- 0 sw mins"/>
                <a:gd name="dsh" fmla="+- 0 sh mins"/>
                <a:gd name="p0x0" fmla="*/ 0 w 8040"/>
                <a:gd name="p0y0" fmla="*/ 0 h 615"/>
                <a:gd name="p0x1" fmla="*/ 8040 w 8040"/>
                <a:gd name="p0y1" fmla="*/ 0 h 615"/>
                <a:gd name="p0x2" fmla="*/ 8040 w 8040"/>
                <a:gd name="p0y2" fmla="*/ 615 h 615"/>
                <a:gd name="p0x3" fmla="*/ 0 w 8040"/>
                <a:gd name="p0y3" fmla="*/ 615 h 615"/>
                <a:gd name="p0x4" fmla="*/ 0 w 804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9"/>
              </p:custDataLst>
            </p:nvPr>
          </p:nvSpPr>
          <p:spPr>
            <a:xfrm>
              <a:off x="1230" y="6285"/>
              <a:ext cx="8040" cy="15"/>
            </a:xfrm>
            <a:custGeom>
              <a:avLst/>
              <a:gdLst>
                <a:gd name="sw" fmla="*/ 1 w 8040"/>
                <a:gd name="sh" fmla="*/ 1 h 15"/>
                <a:gd name="mins" fmla="min sw sh"/>
                <a:gd name="dsw" fmla="+- 0 sw mins"/>
                <a:gd name="dsh" fmla="+- 0 sh mins"/>
                <a:gd name="p0x0" fmla="*/ 8040 w 8040"/>
                <a:gd name="p0y0" fmla="*/ 15 h 15"/>
                <a:gd name="p0x1" fmla="*/ 0 w 8040"/>
                <a:gd name="p0y1" fmla="*/ 15 h 15"/>
                <a:gd name="p0x2" fmla="*/ 0 w 8040"/>
                <a:gd name="p0y2" fmla="*/ 0 h 15"/>
                <a:gd name="p0x3" fmla="*/ 8040 w 8040"/>
                <a:gd name="p0y3" fmla="*/ 0 h 15"/>
                <a:gd name="p0x4" fmla="*/ 8040 w 804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781050" y="3686175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推送方式</a:t>
            </a:r>
            <a:endParaRPr sz="13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1619250" y="3686175"/>
            <a:ext cx="206551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直接推送</a:t>
            </a:r>
            <a:r>
              <a:rPr lang="en-US" altLang="zh-CN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+Outbox</a:t>
            </a:r>
            <a:r>
              <a:rPr lang="zh-CN" altLang="en-US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跨实例</a:t>
            </a:r>
            <a:endParaRPr lang="zh-CN" altLang="en-US" sz="13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781050" y="4076700"/>
            <a:ext cx="5105400" cy="389890"/>
            <a:chOff x="1230" y="6420"/>
            <a:chExt cx="8040" cy="614"/>
          </a:xfrm>
        </p:grpSpPr>
        <p:sp>
          <p:nvSpPr>
            <p:cNvPr id="24" name="任意多边形 23"/>
            <p:cNvSpPr/>
            <p:nvPr>
              <p:custDataLst>
                <p:tags r:id="rId22"/>
              </p:custDataLst>
            </p:nvPr>
          </p:nvSpPr>
          <p:spPr>
            <a:xfrm>
              <a:off x="1230" y="6420"/>
              <a:ext cx="8040" cy="615"/>
            </a:xfrm>
            <a:custGeom>
              <a:avLst/>
              <a:gdLst>
                <a:gd name="sw" fmla="*/ 1 w 8040"/>
                <a:gd name="sh" fmla="*/ 1 h 615"/>
                <a:gd name="mins" fmla="min sw sh"/>
                <a:gd name="dsw" fmla="+- 0 sw mins"/>
                <a:gd name="dsh" fmla="+- 0 sh mins"/>
                <a:gd name="p0x0" fmla="*/ 0 w 8040"/>
                <a:gd name="p0y0" fmla="*/ 0 h 615"/>
                <a:gd name="p0x1" fmla="*/ 8040 w 8040"/>
                <a:gd name="p0y1" fmla="*/ 0 h 615"/>
                <a:gd name="p0x2" fmla="*/ 8040 w 8040"/>
                <a:gd name="p0y2" fmla="*/ 615 h 615"/>
                <a:gd name="p0x3" fmla="*/ 0 w 8040"/>
                <a:gd name="p0y3" fmla="*/ 615 h 615"/>
                <a:gd name="p0x4" fmla="*/ 0 w 804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3"/>
              </p:custDataLst>
            </p:nvPr>
          </p:nvSpPr>
          <p:spPr>
            <a:xfrm>
              <a:off x="1230" y="7020"/>
              <a:ext cx="8040" cy="15"/>
            </a:xfrm>
            <a:custGeom>
              <a:avLst/>
              <a:gdLst>
                <a:gd name="sw" fmla="*/ 1 w 8040"/>
                <a:gd name="sh" fmla="*/ 1 h 15"/>
                <a:gd name="mins" fmla="min sw sh"/>
                <a:gd name="dsw" fmla="+- 0 sw mins"/>
                <a:gd name="dsh" fmla="+- 0 sh mins"/>
                <a:gd name="p0x0" fmla="*/ 8040 w 8040"/>
                <a:gd name="p0y0" fmla="*/ 15 h 15"/>
                <a:gd name="p0x1" fmla="*/ 0 w 8040"/>
                <a:gd name="p0y1" fmla="*/ 15 h 15"/>
                <a:gd name="p0x2" fmla="*/ 0 w 8040"/>
                <a:gd name="p0y2" fmla="*/ 0 h 15"/>
                <a:gd name="p0x3" fmla="*/ 8040 w 8040"/>
                <a:gd name="p0y3" fmla="*/ 0 h 15"/>
                <a:gd name="p0x4" fmla="*/ 8040 w 804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781050" y="4152900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存储开销</a:t>
            </a:r>
            <a:endParaRPr sz="13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1619250" y="4152900"/>
            <a:ext cx="121078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高</a:t>
            </a:r>
            <a:r>
              <a:rPr lang="en-US" altLang="zh-CN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(N</a:t>
            </a:r>
            <a:r>
              <a:rPr lang="zh-CN" altLang="en-US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份</a:t>
            </a:r>
            <a:r>
              <a:rPr lang="en-US" altLang="zh-CN"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Inbox)</a:t>
            </a:r>
            <a:endParaRPr lang="en-US" altLang="zh-CN" sz="13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781050" y="463867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实时性</a:t>
            </a:r>
            <a:endParaRPr sz="13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7"/>
            </p:custDataLst>
          </p:nvPr>
        </p:nvSpPr>
        <p:spPr>
          <a:xfrm>
            <a:off x="1619250" y="4619625"/>
            <a:ext cx="1130300" cy="266700"/>
          </a:xfrm>
          <a:custGeom>
            <a:avLst/>
            <a:gdLst>
              <a:gd name="sw" fmla="*/ 1 w 1780"/>
              <a:gd name="sh" fmla="*/ 1 h 420"/>
              <a:gd name="mins" fmla="min sw sh"/>
              <a:gd name="dsw" fmla="+- 0 sw mins"/>
              <a:gd name="dsh" fmla="+- 0 sh mins"/>
              <a:gd name="p0x0" fmla="*/ 90 w 1780"/>
              <a:gd name="p0y0" fmla="*/ 0 h 420"/>
              <a:gd name="p0x1" fmla="*/ 1690 w 1780"/>
              <a:gd name="p0y1" fmla="*/ 0 h 420"/>
              <a:gd name="p0x2" fmla="*/ 1740 w 1780"/>
              <a:gd name="p0y2" fmla="*/ 0 h 420"/>
              <a:gd name="p0x3" fmla="*/ 1780 w 1780"/>
              <a:gd name="p0y3" fmla="*/ 40 h 420"/>
              <a:gd name="p0x4" fmla="*/ 1780 w 1780"/>
              <a:gd name="p0y4" fmla="*/ 90 h 420"/>
              <a:gd name="p0x5" fmla="*/ 1780 w 1780"/>
              <a:gd name="p0y5" fmla="*/ 330 h 420"/>
              <a:gd name="p0x6" fmla="*/ 1780 w 1780"/>
              <a:gd name="p0y6" fmla="*/ 379 h 420"/>
              <a:gd name="p0x7" fmla="*/ 1740 w 1780"/>
              <a:gd name="p0y7" fmla="*/ 420 h 420"/>
              <a:gd name="p0x8" fmla="*/ 1690 w 1780"/>
              <a:gd name="p0y8" fmla="*/ 420 h 420"/>
              <a:gd name="p0x9" fmla="*/ 90 w 1780"/>
              <a:gd name="p0y9" fmla="*/ 420 h 420"/>
              <a:gd name="p0x10" fmla="*/ 40 w 1780"/>
              <a:gd name="p0y10" fmla="*/ 420 h 420"/>
              <a:gd name="p0x11" fmla="*/ 0 w 1780"/>
              <a:gd name="p0y11" fmla="*/ 379 h 420"/>
              <a:gd name="p0x12" fmla="*/ 0 w 1780"/>
              <a:gd name="p0y12" fmla="*/ 330 h 420"/>
              <a:gd name="p0x13" fmla="*/ 0 w 1780"/>
              <a:gd name="p0y13" fmla="*/ 90 h 420"/>
              <a:gd name="p0x14" fmla="*/ 0 w 1780"/>
              <a:gd name="p0y14" fmla="*/ 40 h 420"/>
              <a:gd name="p0x15" fmla="*/ 40 w 1780"/>
              <a:gd name="p0y15" fmla="*/ 0 h 420"/>
              <a:gd name="p0x16" fmla="*/ 90 w 178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C78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1695450" y="4638675"/>
            <a:ext cx="114992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05281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高</a:t>
            </a:r>
            <a:r>
              <a:rPr lang="en-US" altLang="zh-CN" sz="1350" b="1">
                <a:solidFill>
                  <a:srgbClr val="05281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1350" b="1">
                <a:solidFill>
                  <a:srgbClr val="05281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直接推送</a:t>
            </a:r>
            <a:r>
              <a:rPr lang="en-US" altLang="zh-CN" sz="1350" b="1">
                <a:solidFill>
                  <a:srgbClr val="05281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350" b="1">
              <a:solidFill>
                <a:srgbClr val="052818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6105525" y="2295525"/>
            <a:ext cx="5505450" cy="3204845"/>
          </a:xfrm>
          <a:custGeom>
            <a:avLst/>
            <a:gdLst>
              <a:gd name="sw" fmla="*/ 1 w 8670"/>
              <a:gd name="sh" fmla="*/ 1 h 5047"/>
              <a:gd name="mins" fmla="min sw sh"/>
              <a:gd name="dsw" fmla="+- 0 sw mins"/>
              <a:gd name="dsh" fmla="+- 0 sh mins"/>
              <a:gd name="p0x0" fmla="*/ 0 w 8670"/>
              <a:gd name="p0y0" fmla="*/ 0 h 5047"/>
              <a:gd name="p0x1" fmla="*/ 8340 w 8670"/>
              <a:gd name="p0y1" fmla="*/ 0 h 5047"/>
              <a:gd name="p0x2" fmla="*/ 8522 w 8670"/>
              <a:gd name="p0y2" fmla="*/ 0 h 5047"/>
              <a:gd name="p0x3" fmla="*/ 8670 w 8670"/>
              <a:gd name="p0y3" fmla="*/ 147 h 5047"/>
              <a:gd name="p0x4" fmla="*/ 8670 w 8670"/>
              <a:gd name="p0y4" fmla="*/ 330 h 5047"/>
              <a:gd name="p0x5" fmla="*/ 8670 w 8670"/>
              <a:gd name="p0y5" fmla="*/ 4717 h 5047"/>
              <a:gd name="p0x6" fmla="*/ 8670 w 8670"/>
              <a:gd name="p0y6" fmla="*/ 4899 h 5047"/>
              <a:gd name="p0x7" fmla="*/ 8522 w 8670"/>
              <a:gd name="p0y7" fmla="*/ 5047 h 5047"/>
              <a:gd name="p0x8" fmla="*/ 8340 w 8670"/>
              <a:gd name="p0y8" fmla="*/ 5047 h 5047"/>
              <a:gd name="p0x9" fmla="*/ 0 w 8670"/>
              <a:gd name="p0y9" fmla="*/ 5047 h 5047"/>
              <a:gd name="p0x10" fmla="*/ 0 w 8670"/>
              <a:gd name="p0y10" fmla="*/ 0 h 50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lnTo>
                  <a:pt x="p0x10" y="p0y10"/>
                </a:lnTo>
                <a:close/>
              </a:path>
            </a:pathLst>
          </a:custGeom>
          <a:solidFill>
            <a:srgbClr val="D4E8FF"/>
          </a:solidFill>
          <a:ln w="19050" cmpd="sng">
            <a:solidFill>
              <a:srgbClr val="116CE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0"/>
            </p:custDataLst>
          </p:nvPr>
        </p:nvSpPr>
        <p:spPr>
          <a:xfrm>
            <a:off x="6534150" y="2686050"/>
            <a:ext cx="190500" cy="152400"/>
          </a:xfrm>
          <a:custGeom>
            <a:avLst/>
            <a:gdLst>
              <a:gd name="sw" fmla="*/ 1 w 300"/>
              <a:gd name="sh" fmla="*/ 1 h 240"/>
              <a:gd name="mins" fmla="min sw sh"/>
              <a:gd name="dsw" fmla="+- 0 sw mins"/>
              <a:gd name="dsh" fmla="+- 0 sh mins"/>
              <a:gd name="p0x0" fmla="*/ 120 w 300"/>
              <a:gd name="p0y0" fmla="*/ 0 h 240"/>
              <a:gd name="p0x1" fmla="*/ 180 w 300"/>
              <a:gd name="p0y1" fmla="*/ 0 h 240"/>
              <a:gd name="p0x2" fmla="*/ 246 w 300"/>
              <a:gd name="p0y2" fmla="*/ 0 h 240"/>
              <a:gd name="p0x3" fmla="*/ 300 w 300"/>
              <a:gd name="p0y3" fmla="*/ 53 h 240"/>
              <a:gd name="p0x4" fmla="*/ 300 w 300"/>
              <a:gd name="p0y4" fmla="*/ 120 h 240"/>
              <a:gd name="p0x5" fmla="*/ 300 w 300"/>
              <a:gd name="p0y5" fmla="*/ 186 h 240"/>
              <a:gd name="p0x6" fmla="*/ 246 w 300"/>
              <a:gd name="p0y6" fmla="*/ 240 h 240"/>
              <a:gd name="p0x7" fmla="*/ 180 w 300"/>
              <a:gd name="p0y7" fmla="*/ 240 h 240"/>
              <a:gd name="p0x8" fmla="*/ 120 w 300"/>
              <a:gd name="p0y8" fmla="*/ 240 h 240"/>
              <a:gd name="p0x9" fmla="*/ 53 w 300"/>
              <a:gd name="p0y9" fmla="*/ 240 h 240"/>
              <a:gd name="p0x10" fmla="*/ 0 w 300"/>
              <a:gd name="p0y10" fmla="*/ 186 h 240"/>
              <a:gd name="p0x11" fmla="*/ 0 w 300"/>
              <a:gd name="p0y11" fmla="*/ 120 h 240"/>
              <a:gd name="p0x12" fmla="*/ 0 w 300"/>
              <a:gd name="p0y12" fmla="*/ 53 h 240"/>
              <a:gd name="p0x13" fmla="*/ 53 w 300"/>
              <a:gd name="p0y13" fmla="*/ 0 h 240"/>
              <a:gd name="p0x14" fmla="*/ 120 w 300"/>
              <a:gd name="p0y14" fmla="*/ 0 h 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t="-3333" b="-3333"/>
          <a:stretch>
            <a:fillRect/>
          </a:stretch>
        </p:blipFill>
        <p:spPr>
          <a:xfrm>
            <a:off x="6553200" y="2686050"/>
            <a:ext cx="152400" cy="1524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6800850" y="2479358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读扩散</a:t>
            </a:r>
            <a:endParaRPr sz="21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5"/>
            </p:custDataLst>
          </p:nvPr>
        </p:nvSpPr>
        <p:spPr>
          <a:xfrm>
            <a:off x="6800850" y="2828925"/>
            <a:ext cx="103956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大群</a:t>
            </a:r>
            <a:r>
              <a:rPr lang="en-US" altLang="zh-CN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&gt;500</a:t>
            </a:r>
            <a:r>
              <a:rPr lang="zh-CN" altLang="en-US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人</a:t>
            </a:r>
            <a:endParaRPr lang="zh-CN" altLang="en-US"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534150" y="3143250"/>
            <a:ext cx="4876800" cy="389890"/>
            <a:chOff x="10290" y="4950"/>
            <a:chExt cx="7680" cy="614"/>
          </a:xfrm>
        </p:grpSpPr>
        <p:sp>
          <p:nvSpPr>
            <p:cNvPr id="37" name="任意多边形 36"/>
            <p:cNvSpPr/>
            <p:nvPr>
              <p:custDataLst>
                <p:tags r:id="rId36"/>
              </p:custDataLst>
            </p:nvPr>
          </p:nvSpPr>
          <p:spPr>
            <a:xfrm>
              <a:off x="10290" y="4950"/>
              <a:ext cx="7680" cy="615"/>
            </a:xfrm>
            <a:custGeom>
              <a:avLst/>
              <a:gdLst>
                <a:gd name="sw" fmla="*/ 1 w 7680"/>
                <a:gd name="sh" fmla="*/ 1 h 615"/>
                <a:gd name="mins" fmla="min sw sh"/>
                <a:gd name="dsw" fmla="+- 0 sw mins"/>
                <a:gd name="dsh" fmla="+- 0 sh mins"/>
                <a:gd name="p0x0" fmla="*/ 0 w 7680"/>
                <a:gd name="p0y0" fmla="*/ 0 h 615"/>
                <a:gd name="p0x1" fmla="*/ 7680 w 7680"/>
                <a:gd name="p0y1" fmla="*/ 0 h 615"/>
                <a:gd name="p0x2" fmla="*/ 7680 w 7680"/>
                <a:gd name="p0y2" fmla="*/ 615 h 615"/>
                <a:gd name="p0x3" fmla="*/ 0 w 7680"/>
                <a:gd name="p0y3" fmla="*/ 615 h 615"/>
                <a:gd name="p0x4" fmla="*/ 0 w 768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7"/>
              </p:custDataLst>
            </p:nvPr>
          </p:nvSpPr>
          <p:spPr>
            <a:xfrm>
              <a:off x="10290" y="5550"/>
              <a:ext cx="7680" cy="15"/>
            </a:xfrm>
            <a:custGeom>
              <a:avLst/>
              <a:gdLst>
                <a:gd name="sw" fmla="*/ 1 w 7680"/>
                <a:gd name="sh" fmla="*/ 1 h 15"/>
                <a:gd name="mins" fmla="min sw sh"/>
                <a:gd name="dsw" fmla="+- 0 sw mins"/>
                <a:gd name="dsh" fmla="+- 0 sh mins"/>
                <a:gd name="p0x0" fmla="*/ 7680 w 7680"/>
                <a:gd name="p0y0" fmla="*/ 15 h 15"/>
                <a:gd name="p0x1" fmla="*/ 0 w 7680"/>
                <a:gd name="p0y1" fmla="*/ 15 h 15"/>
                <a:gd name="p0x2" fmla="*/ 0 w 7680"/>
                <a:gd name="p0y2" fmla="*/ 0 h 15"/>
                <a:gd name="p0x3" fmla="*/ 7680 w 7680"/>
                <a:gd name="p0y3" fmla="*/ 0 h 15"/>
                <a:gd name="p0x4" fmla="*/ 7680 w 768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6534150" y="3219450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写入方式</a:t>
            </a:r>
            <a:endParaRPr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7372350" y="3219450"/>
            <a:ext cx="28066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仅写一条</a:t>
            </a:r>
            <a:r>
              <a:rPr lang="en-US" alt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Message</a:t>
            </a:r>
            <a:r>
              <a:rPr lang="zh-CN" alt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，成员按需拉取</a:t>
            </a:r>
            <a:endParaRPr lang="zh-CN" altLang="en-US"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6534150" y="3609975"/>
            <a:ext cx="4876800" cy="389890"/>
            <a:chOff x="10290" y="5685"/>
            <a:chExt cx="7680" cy="614"/>
          </a:xfrm>
        </p:grpSpPr>
        <p:sp>
          <p:nvSpPr>
            <p:cNvPr id="42" name="任意多边形 41"/>
            <p:cNvSpPr/>
            <p:nvPr>
              <p:custDataLst>
                <p:tags r:id="rId40"/>
              </p:custDataLst>
            </p:nvPr>
          </p:nvSpPr>
          <p:spPr>
            <a:xfrm>
              <a:off x="10290" y="5685"/>
              <a:ext cx="7680" cy="615"/>
            </a:xfrm>
            <a:custGeom>
              <a:avLst/>
              <a:gdLst>
                <a:gd name="sw" fmla="*/ 1 w 7680"/>
                <a:gd name="sh" fmla="*/ 1 h 615"/>
                <a:gd name="mins" fmla="min sw sh"/>
                <a:gd name="dsw" fmla="+- 0 sw mins"/>
                <a:gd name="dsh" fmla="+- 0 sh mins"/>
                <a:gd name="p0x0" fmla="*/ 0 w 7680"/>
                <a:gd name="p0y0" fmla="*/ 0 h 615"/>
                <a:gd name="p0x1" fmla="*/ 7680 w 7680"/>
                <a:gd name="p0y1" fmla="*/ 0 h 615"/>
                <a:gd name="p0x2" fmla="*/ 7680 w 7680"/>
                <a:gd name="p0y2" fmla="*/ 615 h 615"/>
                <a:gd name="p0x3" fmla="*/ 0 w 7680"/>
                <a:gd name="p0y3" fmla="*/ 615 h 615"/>
                <a:gd name="p0x4" fmla="*/ 0 w 7680"/>
                <a:gd name="p0y4" fmla="*/ 0 h 6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>
              <p:custDataLst>
                <p:tags r:id="rId41"/>
              </p:custDataLst>
            </p:nvPr>
          </p:nvSpPr>
          <p:spPr>
            <a:xfrm>
              <a:off x="10290" y="6285"/>
              <a:ext cx="7680" cy="15"/>
            </a:xfrm>
            <a:custGeom>
              <a:avLst/>
              <a:gdLst>
                <a:gd name="sw" fmla="*/ 1 w 7680"/>
                <a:gd name="sh" fmla="*/ 1 h 15"/>
                <a:gd name="mins" fmla="min sw sh"/>
                <a:gd name="dsw" fmla="+- 0 sw mins"/>
                <a:gd name="dsh" fmla="+- 0 sh mins"/>
                <a:gd name="p0x0" fmla="*/ 7680 w 7680"/>
                <a:gd name="p0y0" fmla="*/ 15 h 15"/>
                <a:gd name="p0x1" fmla="*/ 0 w 7680"/>
                <a:gd name="p0y1" fmla="*/ 15 h 15"/>
                <a:gd name="p0x2" fmla="*/ 0 w 7680"/>
                <a:gd name="p0y2" fmla="*/ 0 h 15"/>
                <a:gd name="p0x3" fmla="*/ 7680 w 7680"/>
                <a:gd name="p0y3" fmla="*/ 0 h 15"/>
                <a:gd name="p0x4" fmla="*/ 7680 w 768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5" name="文本框 44"/>
          <p:cNvSpPr txBox="1"/>
          <p:nvPr>
            <p:custDataLst>
              <p:tags r:id="rId42"/>
            </p:custDataLst>
          </p:nvPr>
        </p:nvSpPr>
        <p:spPr>
          <a:xfrm>
            <a:off x="6534150" y="3686175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推送方式</a:t>
            </a:r>
            <a:endParaRPr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3"/>
            </p:custDataLst>
          </p:nvPr>
        </p:nvSpPr>
        <p:spPr>
          <a:xfrm>
            <a:off x="7372350" y="3686175"/>
            <a:ext cx="287305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广播到各实例，各实例本地推</a:t>
            </a:r>
            <a:endParaRPr lang="zh-CN"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6534150" y="4076700"/>
            <a:ext cx="4876800" cy="427990"/>
            <a:chOff x="10290" y="6420"/>
            <a:chExt cx="7680" cy="674"/>
          </a:xfrm>
        </p:grpSpPr>
        <p:sp>
          <p:nvSpPr>
            <p:cNvPr id="47" name="任意多边形 46"/>
            <p:cNvSpPr/>
            <p:nvPr>
              <p:custDataLst>
                <p:tags r:id="rId44"/>
              </p:custDataLst>
            </p:nvPr>
          </p:nvSpPr>
          <p:spPr>
            <a:xfrm>
              <a:off x="10290" y="6420"/>
              <a:ext cx="7680" cy="675"/>
            </a:xfrm>
            <a:custGeom>
              <a:avLst/>
              <a:gdLst>
                <a:gd name="sw" fmla="*/ 1 w 7680"/>
                <a:gd name="sh" fmla="*/ 1 h 675"/>
                <a:gd name="mins" fmla="min sw sh"/>
                <a:gd name="dsw" fmla="+- 0 sw mins"/>
                <a:gd name="dsh" fmla="+- 0 sh mins"/>
                <a:gd name="p0x0" fmla="*/ 0 w 7680"/>
                <a:gd name="p0y0" fmla="*/ 0 h 675"/>
                <a:gd name="p0x1" fmla="*/ 7680 w 7680"/>
                <a:gd name="p0y1" fmla="*/ 0 h 675"/>
                <a:gd name="p0x2" fmla="*/ 7680 w 7680"/>
                <a:gd name="p0y2" fmla="*/ 675 h 675"/>
                <a:gd name="p0x3" fmla="*/ 0 w 7680"/>
                <a:gd name="p0y3" fmla="*/ 675 h 675"/>
                <a:gd name="p0x4" fmla="*/ 0 w 768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45"/>
              </p:custDataLst>
            </p:nvPr>
          </p:nvSpPr>
          <p:spPr>
            <a:xfrm>
              <a:off x="10290" y="7080"/>
              <a:ext cx="7680" cy="15"/>
            </a:xfrm>
            <a:custGeom>
              <a:avLst/>
              <a:gdLst>
                <a:gd name="sw" fmla="*/ 1 w 7680"/>
                <a:gd name="sh" fmla="*/ 1 h 15"/>
                <a:gd name="mins" fmla="min sw sh"/>
                <a:gd name="dsw" fmla="+- 0 sw mins"/>
                <a:gd name="dsh" fmla="+- 0 sh mins"/>
                <a:gd name="p0x0" fmla="*/ 7680 w 7680"/>
                <a:gd name="p0y0" fmla="*/ 15 h 15"/>
                <a:gd name="p0x1" fmla="*/ 0 w 7680"/>
                <a:gd name="p0y1" fmla="*/ 15 h 15"/>
                <a:gd name="p0x2" fmla="*/ 0 w 7680"/>
                <a:gd name="p0y2" fmla="*/ 0 h 15"/>
                <a:gd name="p0x3" fmla="*/ 7680 w 7680"/>
                <a:gd name="p0y3" fmla="*/ 0 h 15"/>
                <a:gd name="p0x4" fmla="*/ 7680 w 768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0" name="文本框 49"/>
          <p:cNvSpPr txBox="1"/>
          <p:nvPr>
            <p:custDataLst>
              <p:tags r:id="rId46"/>
            </p:custDataLst>
          </p:nvPr>
        </p:nvSpPr>
        <p:spPr>
          <a:xfrm>
            <a:off x="6534150" y="4171950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存储开销</a:t>
            </a:r>
            <a:endParaRPr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7"/>
            </p:custDataLst>
          </p:nvPr>
        </p:nvSpPr>
        <p:spPr>
          <a:xfrm>
            <a:off x="7372350" y="4152900"/>
            <a:ext cx="1472565" cy="266700"/>
          </a:xfrm>
          <a:custGeom>
            <a:avLst/>
            <a:gdLst>
              <a:gd name="sw" fmla="*/ 1 w 2319"/>
              <a:gd name="sh" fmla="*/ 1 h 420"/>
              <a:gd name="mins" fmla="min sw sh"/>
              <a:gd name="dsw" fmla="+- 0 sw mins"/>
              <a:gd name="dsh" fmla="+- 0 sh mins"/>
              <a:gd name="p0x0" fmla="*/ 90 w 2319"/>
              <a:gd name="p0y0" fmla="*/ 0 h 420"/>
              <a:gd name="p0x1" fmla="*/ 2229 w 2319"/>
              <a:gd name="p0y1" fmla="*/ 0 h 420"/>
              <a:gd name="p0x2" fmla="*/ 2279 w 2319"/>
              <a:gd name="p0y2" fmla="*/ 0 h 420"/>
              <a:gd name="p0x3" fmla="*/ 2319 w 2319"/>
              <a:gd name="p0y3" fmla="*/ 40 h 420"/>
              <a:gd name="p0x4" fmla="*/ 2319 w 2319"/>
              <a:gd name="p0y4" fmla="*/ 90 h 420"/>
              <a:gd name="p0x5" fmla="*/ 2319 w 2319"/>
              <a:gd name="p0y5" fmla="*/ 330 h 420"/>
              <a:gd name="p0x6" fmla="*/ 2319 w 2319"/>
              <a:gd name="p0y6" fmla="*/ 379 h 420"/>
              <a:gd name="p0x7" fmla="*/ 2279 w 2319"/>
              <a:gd name="p0y7" fmla="*/ 420 h 420"/>
              <a:gd name="p0x8" fmla="*/ 2229 w 2319"/>
              <a:gd name="p0y8" fmla="*/ 420 h 420"/>
              <a:gd name="p0x9" fmla="*/ 90 w 2319"/>
              <a:gd name="p0y9" fmla="*/ 420 h 420"/>
              <a:gd name="p0x10" fmla="*/ 40 w 2319"/>
              <a:gd name="p0y10" fmla="*/ 420 h 420"/>
              <a:gd name="p0x11" fmla="*/ 0 w 2319"/>
              <a:gd name="p0y11" fmla="*/ 379 h 420"/>
              <a:gd name="p0x12" fmla="*/ 0 w 2319"/>
              <a:gd name="p0y12" fmla="*/ 330 h 420"/>
              <a:gd name="p0x13" fmla="*/ 0 w 2319"/>
              <a:gd name="p0y13" fmla="*/ 90 h 420"/>
              <a:gd name="p0x14" fmla="*/ 0 w 2319"/>
              <a:gd name="p0y14" fmla="*/ 40 h 420"/>
              <a:gd name="p0x15" fmla="*/ 40 w 2319"/>
              <a:gd name="p0y15" fmla="*/ 0 h 420"/>
              <a:gd name="p0x16" fmla="*/ 90 w 2319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7448550" y="4171950"/>
            <a:ext cx="149185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低</a:t>
            </a:r>
            <a:r>
              <a:rPr lang="en-US" altLang="zh-CN" sz="135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(1</a:t>
            </a:r>
            <a:r>
              <a:rPr lang="zh-CN" altLang="en-US" sz="135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份</a:t>
            </a:r>
            <a:r>
              <a:rPr lang="en-US" altLang="zh-CN" sz="135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Message)</a:t>
            </a:r>
            <a:endParaRPr lang="en-US" altLang="zh-CN" sz="135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9"/>
            </p:custDataLst>
          </p:nvPr>
        </p:nvSpPr>
        <p:spPr>
          <a:xfrm>
            <a:off x="6534150" y="465772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实时性</a:t>
            </a:r>
            <a:endParaRPr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50"/>
            </p:custDataLst>
          </p:nvPr>
        </p:nvSpPr>
        <p:spPr>
          <a:xfrm>
            <a:off x="7372350" y="4657725"/>
            <a:ext cx="250440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中</a:t>
            </a:r>
            <a:r>
              <a:rPr lang="en-US" alt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</a:t>
            </a:r>
            <a:r>
              <a:rPr lang="zh-CN" alt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依赖各实例</a:t>
            </a:r>
            <a:r>
              <a:rPr lang="en-US" alt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Consumer</a:t>
            </a:r>
            <a:r>
              <a:rPr lang="zh-CN" alt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消费</a:t>
            </a:r>
            <a:r>
              <a:rPr lang="en-US" alt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51"/>
            </p:custDataLst>
          </p:nvPr>
        </p:nvSpPr>
        <p:spPr>
          <a:xfrm>
            <a:off x="575945" y="5705475"/>
            <a:ext cx="11039475" cy="766445"/>
          </a:xfrm>
          <a:custGeom>
            <a:avLst/>
            <a:gdLst>
              <a:gd name="sw" fmla="*/ 1 w 17385"/>
              <a:gd name="sh" fmla="*/ 1 h 1207"/>
              <a:gd name="mins" fmla="min sw sh"/>
              <a:gd name="dsw" fmla="+- 0 sw mins"/>
              <a:gd name="dsh" fmla="+- 0 sh mins"/>
              <a:gd name="p0x0" fmla="*/ 330 w 17385"/>
              <a:gd name="p0y0" fmla="*/ 0 h 1207"/>
              <a:gd name="p0x1" fmla="*/ 17055 w 17385"/>
              <a:gd name="p0y1" fmla="*/ 0 h 1207"/>
              <a:gd name="p0x2" fmla="*/ 17237 w 17385"/>
              <a:gd name="p0y2" fmla="*/ 0 h 1207"/>
              <a:gd name="p0x3" fmla="*/ 17385 w 17385"/>
              <a:gd name="p0y3" fmla="*/ 147 h 1207"/>
              <a:gd name="p0x4" fmla="*/ 17385 w 17385"/>
              <a:gd name="p0y4" fmla="*/ 330 h 1207"/>
              <a:gd name="p0x5" fmla="*/ 17385 w 17385"/>
              <a:gd name="p0y5" fmla="*/ 877 h 1207"/>
              <a:gd name="p0x6" fmla="*/ 17385 w 17385"/>
              <a:gd name="p0y6" fmla="*/ 1059 h 1207"/>
              <a:gd name="p0x7" fmla="*/ 17237 w 17385"/>
              <a:gd name="p0y7" fmla="*/ 1207 h 1207"/>
              <a:gd name="p0x8" fmla="*/ 17055 w 17385"/>
              <a:gd name="p0y8" fmla="*/ 1207 h 1207"/>
              <a:gd name="p0x9" fmla="*/ 330 w 17385"/>
              <a:gd name="p0y9" fmla="*/ 1207 h 1207"/>
              <a:gd name="p0x10" fmla="*/ 147 w 17385"/>
              <a:gd name="p0y10" fmla="*/ 1207 h 1207"/>
              <a:gd name="p0x11" fmla="*/ 0 w 17385"/>
              <a:gd name="p0y11" fmla="*/ 1059 h 1207"/>
              <a:gd name="p0x12" fmla="*/ 0 w 17385"/>
              <a:gd name="p0y12" fmla="*/ 877 h 1207"/>
              <a:gd name="p0x13" fmla="*/ 0 w 17385"/>
              <a:gd name="p0y13" fmla="*/ 330 h 1207"/>
              <a:gd name="p0x14" fmla="*/ 0 w 17385"/>
              <a:gd name="p0y14" fmla="*/ 147 h 1207"/>
              <a:gd name="p0x15" fmla="*/ 147 w 17385"/>
              <a:gd name="p0y15" fmla="*/ 0 h 1207"/>
              <a:gd name="p0x16" fmla="*/ 330 w 17385"/>
              <a:gd name="p0y16" fmla="*/ 0 h 12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52"/>
            </p:custDataLst>
          </p:nvPr>
        </p:nvSpPr>
        <p:spPr>
          <a:xfrm>
            <a:off x="2782570" y="58788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2891790" y="5988685"/>
            <a:ext cx="200025" cy="200025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56"/>
            </p:custDataLst>
          </p:nvPr>
        </p:nvSpPr>
        <p:spPr>
          <a:xfrm>
            <a:off x="3316262" y="5862638"/>
            <a:ext cx="23616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小群三类分流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57"/>
            </p:custDataLst>
          </p:nvPr>
        </p:nvSpPr>
        <p:spPr>
          <a:xfrm>
            <a:off x="3316262" y="6076950"/>
            <a:ext cx="25330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本地在线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跨实例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离线分桶批量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3" name="矩形 62"/>
          <p:cNvSpPr/>
          <p:nvPr>
            <p:custDataLst>
              <p:tags r:id="rId58"/>
            </p:custDataLst>
          </p:nvPr>
        </p:nvSpPr>
        <p:spPr>
          <a:xfrm>
            <a:off x="5982335" y="5935980"/>
            <a:ext cx="9525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>
            <p:custDataLst>
              <p:tags r:id="rId59"/>
            </p:custDataLst>
          </p:nvPr>
        </p:nvSpPr>
        <p:spPr>
          <a:xfrm>
            <a:off x="6296660" y="58788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5873" t="-5263" r="-5873" b="-5263"/>
          <a:stretch>
            <a:fillRect/>
          </a:stretch>
        </p:blipFill>
        <p:spPr>
          <a:xfrm>
            <a:off x="6394450" y="5988685"/>
            <a:ext cx="223520" cy="200025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63"/>
            </p:custDataLst>
          </p:nvPr>
        </p:nvSpPr>
        <p:spPr>
          <a:xfrm>
            <a:off x="6830396" y="5862638"/>
            <a:ext cx="25786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大群</a:t>
            </a:r>
            <a:r>
              <a:rPr lang="en-US" altLang="zh-CN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广播</a:t>
            </a:r>
            <a:endParaRPr lang="zh-CN" altLang="en-US"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4"/>
            </p:custDataLst>
          </p:nvPr>
        </p:nvSpPr>
        <p:spPr>
          <a:xfrm>
            <a:off x="6830396" y="6076950"/>
            <a:ext cx="29215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im-large-group-message Topic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65"/>
            </p:custDataLst>
          </p:nvPr>
        </p:nvSpPr>
        <p:spPr>
          <a:xfrm>
            <a:off x="5843270" y="3645535"/>
            <a:ext cx="504825" cy="504825"/>
          </a:xfrm>
          <a:custGeom>
            <a:avLst/>
            <a:gdLst>
              <a:gd name="sw" fmla="*/ 1 w 795"/>
              <a:gd name="sh" fmla="*/ 1 h 795"/>
              <a:gd name="mins" fmla="min sw sh"/>
              <a:gd name="dsw" fmla="+- 0 sw mins"/>
              <a:gd name="dsh" fmla="+- 0 sh mins"/>
              <a:gd name="p0x0" fmla="*/ 397 w 795"/>
              <a:gd name="p0y0" fmla="*/ 0 h 795"/>
              <a:gd name="p0x1" fmla="*/ 617 w 795"/>
              <a:gd name="p0y1" fmla="*/ 0 h 795"/>
              <a:gd name="p0x2" fmla="*/ 795 w 795"/>
              <a:gd name="p0y2" fmla="*/ 177 h 795"/>
              <a:gd name="p0x3" fmla="*/ 795 w 795"/>
              <a:gd name="p0y3" fmla="*/ 397 h 795"/>
              <a:gd name="p0x4" fmla="*/ 795 w 795"/>
              <a:gd name="p0y4" fmla="*/ 617 h 795"/>
              <a:gd name="p0x5" fmla="*/ 617 w 795"/>
              <a:gd name="p0y5" fmla="*/ 795 h 795"/>
              <a:gd name="p0x6" fmla="*/ 397 w 795"/>
              <a:gd name="p0y6" fmla="*/ 795 h 795"/>
              <a:gd name="p0x7" fmla="*/ 177 w 795"/>
              <a:gd name="p0y7" fmla="*/ 795 h 795"/>
              <a:gd name="p0x8" fmla="*/ 0 w 795"/>
              <a:gd name="p0y8" fmla="*/ 617 h 795"/>
              <a:gd name="p0x9" fmla="*/ 0 w 795"/>
              <a:gd name="p0y9" fmla="*/ 397 h 795"/>
              <a:gd name="p0x10" fmla="*/ 0 w 795"/>
              <a:gd name="p0y10" fmla="*/ 177 h 795"/>
              <a:gd name="p0x11" fmla="*/ 177 w 795"/>
              <a:gd name="p0y11" fmla="*/ 0 h 795"/>
              <a:gd name="p0x12" fmla="*/ 397 w 795"/>
              <a:gd name="p0y12" fmla="*/ 0 h 7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16CEE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66"/>
            </p:custDataLst>
          </p:nvPr>
        </p:nvSpPr>
        <p:spPr>
          <a:xfrm>
            <a:off x="5961380" y="3771900"/>
            <a:ext cx="45974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 spc="75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VS</a:t>
            </a:r>
            <a:endParaRPr sz="1500" b="1" spc="75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—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分桶批量写入与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groupSeq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一致性</a:t>
            </a:r>
            <a:endParaRPr lang="zh-CN" altLang="en-US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2581275"/>
          </a:xfrm>
          <a:custGeom>
            <a:avLst/>
            <a:gdLst>
              <a:gd name="sw" fmla="*/ 1 w 17385"/>
              <a:gd name="sh" fmla="*/ 1 h 4065"/>
              <a:gd name="mins" fmla="min sw sh"/>
              <a:gd name="dsw" fmla="+- 0 sw mins"/>
              <a:gd name="dsh" fmla="+- 0 sh mins"/>
              <a:gd name="p0x0" fmla="*/ 330 w 17385"/>
              <a:gd name="p0y0" fmla="*/ 0 h 4065"/>
              <a:gd name="p0x1" fmla="*/ 17055 w 17385"/>
              <a:gd name="p0y1" fmla="*/ 0 h 4065"/>
              <a:gd name="p0x2" fmla="*/ 17237 w 17385"/>
              <a:gd name="p0y2" fmla="*/ 0 h 4065"/>
              <a:gd name="p0x3" fmla="*/ 17385 w 17385"/>
              <a:gd name="p0y3" fmla="*/ 147 h 4065"/>
              <a:gd name="p0x4" fmla="*/ 17385 w 17385"/>
              <a:gd name="p0y4" fmla="*/ 330 h 4065"/>
              <a:gd name="p0x5" fmla="*/ 17385 w 17385"/>
              <a:gd name="p0y5" fmla="*/ 3735 h 4065"/>
              <a:gd name="p0x6" fmla="*/ 17385 w 17385"/>
              <a:gd name="p0y6" fmla="*/ 3917 h 4065"/>
              <a:gd name="p0x7" fmla="*/ 17237 w 17385"/>
              <a:gd name="p0y7" fmla="*/ 4065 h 4065"/>
              <a:gd name="p0x8" fmla="*/ 17055 w 17385"/>
              <a:gd name="p0y8" fmla="*/ 4065 h 4065"/>
              <a:gd name="p0x9" fmla="*/ 330 w 17385"/>
              <a:gd name="p0y9" fmla="*/ 4065 h 4065"/>
              <a:gd name="p0x10" fmla="*/ 147 w 17385"/>
              <a:gd name="p0y10" fmla="*/ 4065 h 4065"/>
              <a:gd name="p0x11" fmla="*/ 0 w 17385"/>
              <a:gd name="p0y11" fmla="*/ 3917 h 4065"/>
              <a:gd name="p0x12" fmla="*/ 0 w 17385"/>
              <a:gd name="p0y12" fmla="*/ 3735 h 4065"/>
              <a:gd name="p0x13" fmla="*/ 0 w 17385"/>
              <a:gd name="p0y13" fmla="*/ 330 h 4065"/>
              <a:gd name="p0x14" fmla="*/ 0 w 17385"/>
              <a:gd name="p0y14" fmla="*/ 147 h 4065"/>
              <a:gd name="p0x15" fmla="*/ 147 w 17385"/>
              <a:gd name="p0y15" fmla="*/ 0 h 4065"/>
              <a:gd name="p0x16" fmla="*/ 330 w 173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771525" y="1304925"/>
            <a:ext cx="10648950" cy="457200"/>
            <a:chOff x="1215" y="2055"/>
            <a:chExt cx="16770" cy="720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215" y="2055"/>
              <a:ext cx="16770" cy="720"/>
            </a:xfrm>
            <a:custGeom>
              <a:avLst/>
              <a:gdLst>
                <a:gd name="sw" fmla="*/ 1 w 16770"/>
                <a:gd name="sh" fmla="*/ 1 h 720"/>
                <a:gd name="mins" fmla="min sw sh"/>
                <a:gd name="dsw" fmla="+- 0 sw mins"/>
                <a:gd name="dsh" fmla="+- 0 sh mins"/>
                <a:gd name="p0x0" fmla="*/ 0 w 16770"/>
                <a:gd name="p0y0" fmla="*/ 0 h 720"/>
                <a:gd name="p0x1" fmla="*/ 16770 w 16770"/>
                <a:gd name="p0y1" fmla="*/ 0 h 720"/>
                <a:gd name="p0x2" fmla="*/ 16770 w 16770"/>
                <a:gd name="p0y2" fmla="*/ 720 h 720"/>
                <a:gd name="p0x3" fmla="*/ 0 w 16770"/>
                <a:gd name="p0y3" fmla="*/ 720 h 720"/>
                <a:gd name="p0x4" fmla="*/ 0 w 1677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1215" y="2760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1525" y="133350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90 w 1320"/>
              <a:gd name="p0y0" fmla="*/ 0 h 435"/>
              <a:gd name="p0x1" fmla="*/ 1230 w 1320"/>
              <a:gd name="p0y1" fmla="*/ 0 h 435"/>
              <a:gd name="p0x2" fmla="*/ 1279 w 1320"/>
              <a:gd name="p0y2" fmla="*/ 0 h 435"/>
              <a:gd name="p0x3" fmla="*/ 1320 w 1320"/>
              <a:gd name="p0y3" fmla="*/ 40 h 435"/>
              <a:gd name="p0x4" fmla="*/ 1320 w 1320"/>
              <a:gd name="p0y4" fmla="*/ 90 h 435"/>
              <a:gd name="p0x5" fmla="*/ 1320 w 1320"/>
              <a:gd name="p0y5" fmla="*/ 345 h 435"/>
              <a:gd name="p0x6" fmla="*/ 1320 w 1320"/>
              <a:gd name="p0y6" fmla="*/ 394 h 435"/>
              <a:gd name="p0x7" fmla="*/ 1279 w 1320"/>
              <a:gd name="p0y7" fmla="*/ 435 h 435"/>
              <a:gd name="p0x8" fmla="*/ 1230 w 1320"/>
              <a:gd name="p0y8" fmla="*/ 435 h 435"/>
              <a:gd name="p0x9" fmla="*/ 90 w 1320"/>
              <a:gd name="p0y9" fmla="*/ 435 h 435"/>
              <a:gd name="p0x10" fmla="*/ 40 w 1320"/>
              <a:gd name="p0y10" fmla="*/ 435 h 435"/>
              <a:gd name="p0x11" fmla="*/ 0 w 1320"/>
              <a:gd name="p0y11" fmla="*/ 394 h 435"/>
              <a:gd name="p0x12" fmla="*/ 0 w 1320"/>
              <a:gd name="p0y12" fmla="*/ 345 h 435"/>
              <a:gd name="p0x13" fmla="*/ 0 w 1320"/>
              <a:gd name="p0y13" fmla="*/ 90 h 435"/>
              <a:gd name="p0x14" fmla="*/ 0 w 1320"/>
              <a:gd name="p0y14" fmla="*/ 40 h 435"/>
              <a:gd name="p0x15" fmla="*/ 40 w 1320"/>
              <a:gd name="p0y15" fmla="*/ 0 h 435"/>
              <a:gd name="p0x16" fmla="*/ 90 w 13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885825" y="13716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分桶策略</a:t>
            </a:r>
            <a:endParaRPr sz="120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724101" y="1288732"/>
            <a:ext cx="229604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分桶批量</a:t>
            </a:r>
            <a:r>
              <a:rPr lang="en-US" altLang="zh-CN"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INSERT</a:t>
            </a:r>
            <a:endParaRPr lang="en-US" altLang="zh-CN"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771525" y="2000250"/>
            <a:ext cx="238125" cy="190500"/>
          </a:xfrm>
          <a:custGeom>
            <a:avLst/>
            <a:gdLst>
              <a:gd name="sw" fmla="*/ 1 w 375"/>
              <a:gd name="sh" fmla="*/ 1 h 300"/>
              <a:gd name="mins" fmla="min sw sh"/>
              <a:gd name="dsw" fmla="+- 0 sw mins"/>
              <a:gd name="dsh" fmla="+- 0 sh mins"/>
              <a:gd name="p0x0" fmla="*/ 150 w 375"/>
              <a:gd name="p0y0" fmla="*/ 0 h 300"/>
              <a:gd name="p0x1" fmla="*/ 225 w 375"/>
              <a:gd name="p0y1" fmla="*/ 0 h 300"/>
              <a:gd name="p0x2" fmla="*/ 307 w 375"/>
              <a:gd name="p0y2" fmla="*/ 0 h 300"/>
              <a:gd name="p0x3" fmla="*/ 375 w 375"/>
              <a:gd name="p0y3" fmla="*/ 67 h 300"/>
              <a:gd name="p0x4" fmla="*/ 375 w 375"/>
              <a:gd name="p0y4" fmla="*/ 150 h 300"/>
              <a:gd name="p0x5" fmla="*/ 375 w 375"/>
              <a:gd name="p0y5" fmla="*/ 232 h 300"/>
              <a:gd name="p0x6" fmla="*/ 307 w 375"/>
              <a:gd name="p0y6" fmla="*/ 300 h 300"/>
              <a:gd name="p0x7" fmla="*/ 225 w 375"/>
              <a:gd name="p0y7" fmla="*/ 300 h 300"/>
              <a:gd name="p0x8" fmla="*/ 150 w 375"/>
              <a:gd name="p0y8" fmla="*/ 300 h 300"/>
              <a:gd name="p0x9" fmla="*/ 67 w 375"/>
              <a:gd name="p0y9" fmla="*/ 300 h 300"/>
              <a:gd name="p0x10" fmla="*/ 0 w 375"/>
              <a:gd name="p0y10" fmla="*/ 232 h 300"/>
              <a:gd name="p0x11" fmla="*/ 0 w 375"/>
              <a:gd name="p0y11" fmla="*/ 150 h 300"/>
              <a:gd name="p0x12" fmla="*/ 0 w 375"/>
              <a:gd name="p0y12" fmla="*/ 67 h 300"/>
              <a:gd name="p0x13" fmla="*/ 67 w 375"/>
              <a:gd name="p0y13" fmla="*/ 0 h 300"/>
              <a:gd name="p0x14" fmla="*/ 150 w 375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8824" b="-8824"/>
          <a:stretch>
            <a:fillRect/>
          </a:stretch>
        </p:blipFill>
        <p:spPr>
          <a:xfrm>
            <a:off x="795020" y="2000250"/>
            <a:ext cx="190500" cy="1905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1123950" y="1825009"/>
            <a:ext cx="366199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Inbox</a:t>
            </a:r>
            <a:r>
              <a:rPr 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分桶</a:t>
            </a:r>
            <a:endParaRPr lang="zh-CN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123950" y="2062181"/>
            <a:ext cx="3429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按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1295400" y="2077085"/>
            <a:ext cx="1492885" cy="266700"/>
          </a:xfrm>
          <a:custGeom>
            <a:avLst/>
            <a:gdLst>
              <a:gd name="sw" fmla="*/ 1 w 2351"/>
              <a:gd name="sh" fmla="*/ 1 h 420"/>
              <a:gd name="mins" fmla="min sw sh"/>
              <a:gd name="dsw" fmla="+- 0 sw mins"/>
              <a:gd name="dsh" fmla="+- 0 sh mins"/>
              <a:gd name="p0x0" fmla="*/ 90 w 2351"/>
              <a:gd name="p0y0" fmla="*/ 0 h 420"/>
              <a:gd name="p0x1" fmla="*/ 2261 w 2351"/>
              <a:gd name="p0y1" fmla="*/ 0 h 420"/>
              <a:gd name="p0x2" fmla="*/ 2311 w 2351"/>
              <a:gd name="p0y2" fmla="*/ 0 h 420"/>
              <a:gd name="p0x3" fmla="*/ 2351 w 2351"/>
              <a:gd name="p0y3" fmla="*/ 40 h 420"/>
              <a:gd name="p0x4" fmla="*/ 2351 w 2351"/>
              <a:gd name="p0y4" fmla="*/ 90 h 420"/>
              <a:gd name="p0x5" fmla="*/ 2351 w 2351"/>
              <a:gd name="p0y5" fmla="*/ 330 h 420"/>
              <a:gd name="p0x6" fmla="*/ 2351 w 2351"/>
              <a:gd name="p0y6" fmla="*/ 379 h 420"/>
              <a:gd name="p0x7" fmla="*/ 2311 w 2351"/>
              <a:gd name="p0y7" fmla="*/ 420 h 420"/>
              <a:gd name="p0x8" fmla="*/ 2261 w 2351"/>
              <a:gd name="p0y8" fmla="*/ 420 h 420"/>
              <a:gd name="p0x9" fmla="*/ 90 w 2351"/>
              <a:gd name="p0y9" fmla="*/ 420 h 420"/>
              <a:gd name="p0x10" fmla="*/ 40 w 2351"/>
              <a:gd name="p0y10" fmla="*/ 420 h 420"/>
              <a:gd name="p0x11" fmla="*/ 0 w 2351"/>
              <a:gd name="p0y11" fmla="*/ 379 h 420"/>
              <a:gd name="p0x12" fmla="*/ 0 w 2351"/>
              <a:gd name="p0y12" fmla="*/ 330 h 420"/>
              <a:gd name="p0x13" fmla="*/ 0 w 2351"/>
              <a:gd name="p0y13" fmla="*/ 90 h 420"/>
              <a:gd name="p0x14" fmla="*/ 0 w 2351"/>
              <a:gd name="p0y14" fmla="*/ 40 h 420"/>
              <a:gd name="p0x15" fmla="*/ 40 w 2351"/>
              <a:gd name="p0y15" fmla="*/ 0 h 420"/>
              <a:gd name="p0x16" fmla="*/ 90 w 2351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352626" y="2062181"/>
            <a:ext cx="155027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微软雅黑" panose="020B0503020204020204" charset="-122"/>
                <a:ea typeface="微软雅黑" panose="020B0503020204020204" charset="-122"/>
              </a:rPr>
              <a:t>receiver_id % 64</a:t>
            </a:r>
            <a:endParaRPr sz="1350">
              <a:solidFill>
                <a:srgbClr val="627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2788596" y="2062181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分桶，同桶消息批量写入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771525" y="2590800"/>
            <a:ext cx="238125" cy="190500"/>
          </a:xfrm>
          <a:custGeom>
            <a:avLst/>
            <a:gdLst>
              <a:gd name="sw" fmla="*/ 1 w 375"/>
              <a:gd name="sh" fmla="*/ 1 h 300"/>
              <a:gd name="mins" fmla="min sw sh"/>
              <a:gd name="dsw" fmla="+- 0 sw mins"/>
              <a:gd name="dsh" fmla="+- 0 sh mins"/>
              <a:gd name="p0x0" fmla="*/ 150 w 375"/>
              <a:gd name="p0y0" fmla="*/ 0 h 300"/>
              <a:gd name="p0x1" fmla="*/ 225 w 375"/>
              <a:gd name="p0y1" fmla="*/ 0 h 300"/>
              <a:gd name="p0x2" fmla="*/ 307 w 375"/>
              <a:gd name="p0y2" fmla="*/ 0 h 300"/>
              <a:gd name="p0x3" fmla="*/ 375 w 375"/>
              <a:gd name="p0y3" fmla="*/ 67 h 300"/>
              <a:gd name="p0x4" fmla="*/ 375 w 375"/>
              <a:gd name="p0y4" fmla="*/ 150 h 300"/>
              <a:gd name="p0x5" fmla="*/ 375 w 375"/>
              <a:gd name="p0y5" fmla="*/ 232 h 300"/>
              <a:gd name="p0x6" fmla="*/ 307 w 375"/>
              <a:gd name="p0y6" fmla="*/ 300 h 300"/>
              <a:gd name="p0x7" fmla="*/ 225 w 375"/>
              <a:gd name="p0y7" fmla="*/ 300 h 300"/>
              <a:gd name="p0x8" fmla="*/ 150 w 375"/>
              <a:gd name="p0y8" fmla="*/ 300 h 300"/>
              <a:gd name="p0x9" fmla="*/ 67 w 375"/>
              <a:gd name="p0y9" fmla="*/ 300 h 300"/>
              <a:gd name="p0x10" fmla="*/ 0 w 375"/>
              <a:gd name="p0y10" fmla="*/ 232 h 300"/>
              <a:gd name="p0x11" fmla="*/ 0 w 375"/>
              <a:gd name="p0y11" fmla="*/ 150 h 300"/>
              <a:gd name="p0x12" fmla="*/ 0 w 375"/>
              <a:gd name="p0y12" fmla="*/ 67 h 300"/>
              <a:gd name="p0x13" fmla="*/ 67 w 375"/>
              <a:gd name="p0y13" fmla="*/ 0 h 300"/>
              <a:gd name="p0x14" fmla="*/ 150 w 375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6333" r="-6333"/>
          <a:stretch>
            <a:fillRect/>
          </a:stretch>
        </p:blipFill>
        <p:spPr>
          <a:xfrm>
            <a:off x="782955" y="2590800"/>
            <a:ext cx="214630" cy="1905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1123950" y="2415559"/>
            <a:ext cx="394044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Outbox</a:t>
            </a:r>
            <a:r>
              <a:rPr 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分桶</a:t>
            </a:r>
            <a:endParaRPr lang="zh-CN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1123950" y="2652731"/>
            <a:ext cx="3429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按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3"/>
            </p:custDataLst>
          </p:nvPr>
        </p:nvSpPr>
        <p:spPr>
          <a:xfrm>
            <a:off x="1295400" y="2667635"/>
            <a:ext cx="1771650" cy="266700"/>
          </a:xfrm>
          <a:custGeom>
            <a:avLst/>
            <a:gdLst>
              <a:gd name="sw" fmla="*/ 1 w 2789"/>
              <a:gd name="sh" fmla="*/ 1 h 420"/>
              <a:gd name="mins" fmla="min sw sh"/>
              <a:gd name="dsw" fmla="+- 0 sw mins"/>
              <a:gd name="dsh" fmla="+- 0 sh mins"/>
              <a:gd name="p0x0" fmla="*/ 90 w 2789"/>
              <a:gd name="p0y0" fmla="*/ 0 h 420"/>
              <a:gd name="p0x1" fmla="*/ 2699 w 2789"/>
              <a:gd name="p0y1" fmla="*/ 0 h 420"/>
              <a:gd name="p0x2" fmla="*/ 2749 w 2789"/>
              <a:gd name="p0y2" fmla="*/ 0 h 420"/>
              <a:gd name="p0x3" fmla="*/ 2789 w 2789"/>
              <a:gd name="p0y3" fmla="*/ 40 h 420"/>
              <a:gd name="p0x4" fmla="*/ 2789 w 2789"/>
              <a:gd name="p0y4" fmla="*/ 90 h 420"/>
              <a:gd name="p0x5" fmla="*/ 2789 w 2789"/>
              <a:gd name="p0y5" fmla="*/ 330 h 420"/>
              <a:gd name="p0x6" fmla="*/ 2789 w 2789"/>
              <a:gd name="p0y6" fmla="*/ 379 h 420"/>
              <a:gd name="p0x7" fmla="*/ 2749 w 2789"/>
              <a:gd name="p0y7" fmla="*/ 420 h 420"/>
              <a:gd name="p0x8" fmla="*/ 2699 w 2789"/>
              <a:gd name="p0y8" fmla="*/ 420 h 420"/>
              <a:gd name="p0x9" fmla="*/ 90 w 2789"/>
              <a:gd name="p0y9" fmla="*/ 420 h 420"/>
              <a:gd name="p0x10" fmla="*/ 40 w 2789"/>
              <a:gd name="p0y10" fmla="*/ 420 h 420"/>
              <a:gd name="p0x11" fmla="*/ 0 w 2789"/>
              <a:gd name="p0y11" fmla="*/ 379 h 420"/>
              <a:gd name="p0x12" fmla="*/ 0 w 2789"/>
              <a:gd name="p0y12" fmla="*/ 330 h 420"/>
              <a:gd name="p0x13" fmla="*/ 0 w 2789"/>
              <a:gd name="p0y13" fmla="*/ 90 h 420"/>
              <a:gd name="p0x14" fmla="*/ 0 w 2789"/>
              <a:gd name="p0y14" fmla="*/ 40 h 420"/>
              <a:gd name="p0x15" fmla="*/ 40 w 2789"/>
              <a:gd name="p0y15" fmla="*/ 0 h 420"/>
              <a:gd name="p0x16" fmla="*/ 90 w 2789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1352626" y="2652731"/>
            <a:ext cx="182872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微软雅黑" panose="020B0503020204020204" charset="-122"/>
                <a:ea typeface="微软雅黑" panose="020B0503020204020204" charset="-122"/>
              </a:rPr>
              <a:t>target_user_id % 64</a:t>
            </a:r>
            <a:endParaRPr sz="1350">
              <a:solidFill>
                <a:srgbClr val="627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3067050" y="2652731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分桶，同桶消息批量写入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771525" y="3181350"/>
            <a:ext cx="238125" cy="190500"/>
          </a:xfrm>
          <a:custGeom>
            <a:avLst/>
            <a:gdLst>
              <a:gd name="sw" fmla="*/ 1 w 375"/>
              <a:gd name="sh" fmla="*/ 1 h 300"/>
              <a:gd name="mins" fmla="min sw sh"/>
              <a:gd name="dsw" fmla="+- 0 sw mins"/>
              <a:gd name="dsh" fmla="+- 0 sh mins"/>
              <a:gd name="p0x0" fmla="*/ 150 w 375"/>
              <a:gd name="p0y0" fmla="*/ 0 h 300"/>
              <a:gd name="p0x1" fmla="*/ 225 w 375"/>
              <a:gd name="p0y1" fmla="*/ 0 h 300"/>
              <a:gd name="p0x2" fmla="*/ 307 w 375"/>
              <a:gd name="p0y2" fmla="*/ 0 h 300"/>
              <a:gd name="p0x3" fmla="*/ 375 w 375"/>
              <a:gd name="p0y3" fmla="*/ 67 h 300"/>
              <a:gd name="p0x4" fmla="*/ 375 w 375"/>
              <a:gd name="p0y4" fmla="*/ 150 h 300"/>
              <a:gd name="p0x5" fmla="*/ 375 w 375"/>
              <a:gd name="p0y5" fmla="*/ 232 h 300"/>
              <a:gd name="p0x6" fmla="*/ 307 w 375"/>
              <a:gd name="p0y6" fmla="*/ 300 h 300"/>
              <a:gd name="p0x7" fmla="*/ 225 w 375"/>
              <a:gd name="p0y7" fmla="*/ 300 h 300"/>
              <a:gd name="p0x8" fmla="*/ 150 w 375"/>
              <a:gd name="p0y8" fmla="*/ 300 h 300"/>
              <a:gd name="p0x9" fmla="*/ 67 w 375"/>
              <a:gd name="p0y9" fmla="*/ 300 h 300"/>
              <a:gd name="p0x10" fmla="*/ 0 w 375"/>
              <a:gd name="p0y10" fmla="*/ 232 h 300"/>
              <a:gd name="p0x11" fmla="*/ 0 w 375"/>
              <a:gd name="p0y11" fmla="*/ 150 h 300"/>
              <a:gd name="p0x12" fmla="*/ 0 w 375"/>
              <a:gd name="p0y12" fmla="*/ 67 h 300"/>
              <a:gd name="p0x13" fmla="*/ 67 w 375"/>
              <a:gd name="p0y13" fmla="*/ 0 h 300"/>
              <a:gd name="p0x14" fmla="*/ 150 w 375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5556" t="-2632" r="-5556" b="-2632"/>
          <a:stretch>
            <a:fillRect/>
          </a:stretch>
        </p:blipFill>
        <p:spPr>
          <a:xfrm>
            <a:off x="795020" y="3181350"/>
            <a:ext cx="190500" cy="1905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0"/>
            </p:custDataLst>
          </p:nvPr>
        </p:nvSpPr>
        <p:spPr>
          <a:xfrm>
            <a:off x="1123950" y="3006109"/>
            <a:ext cx="439073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失败兜底机制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1123950" y="3243281"/>
            <a:ext cx="473363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批量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INSERT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失败时自动退回逐条插入，保证消息可靠落库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2"/>
            </p:custDataLst>
          </p:nvPr>
        </p:nvSpPr>
        <p:spPr>
          <a:xfrm>
            <a:off x="575945" y="3890645"/>
            <a:ext cx="11039475" cy="2581275"/>
          </a:xfrm>
          <a:custGeom>
            <a:avLst/>
            <a:gdLst>
              <a:gd name="sw" fmla="*/ 1 w 17385"/>
              <a:gd name="sh" fmla="*/ 1 h 4065"/>
              <a:gd name="mins" fmla="min sw sh"/>
              <a:gd name="dsw" fmla="+- 0 sw mins"/>
              <a:gd name="dsh" fmla="+- 0 sh mins"/>
              <a:gd name="p0x0" fmla="*/ 330 w 17385"/>
              <a:gd name="p0y0" fmla="*/ 0 h 4065"/>
              <a:gd name="p0x1" fmla="*/ 17055 w 17385"/>
              <a:gd name="p0y1" fmla="*/ 0 h 4065"/>
              <a:gd name="p0x2" fmla="*/ 17237 w 17385"/>
              <a:gd name="p0y2" fmla="*/ 0 h 4065"/>
              <a:gd name="p0x3" fmla="*/ 17385 w 17385"/>
              <a:gd name="p0y3" fmla="*/ 147 h 4065"/>
              <a:gd name="p0x4" fmla="*/ 17385 w 17385"/>
              <a:gd name="p0y4" fmla="*/ 330 h 4065"/>
              <a:gd name="p0x5" fmla="*/ 17385 w 17385"/>
              <a:gd name="p0y5" fmla="*/ 3735 h 4065"/>
              <a:gd name="p0x6" fmla="*/ 17385 w 17385"/>
              <a:gd name="p0y6" fmla="*/ 3917 h 4065"/>
              <a:gd name="p0x7" fmla="*/ 17237 w 17385"/>
              <a:gd name="p0y7" fmla="*/ 4065 h 4065"/>
              <a:gd name="p0x8" fmla="*/ 17055 w 17385"/>
              <a:gd name="p0y8" fmla="*/ 4065 h 4065"/>
              <a:gd name="p0x9" fmla="*/ 330 w 17385"/>
              <a:gd name="p0y9" fmla="*/ 4065 h 4065"/>
              <a:gd name="p0x10" fmla="*/ 147 w 17385"/>
              <a:gd name="p0y10" fmla="*/ 4065 h 4065"/>
              <a:gd name="p0x11" fmla="*/ 0 w 17385"/>
              <a:gd name="p0y11" fmla="*/ 3917 h 4065"/>
              <a:gd name="p0x12" fmla="*/ 0 w 17385"/>
              <a:gd name="p0y12" fmla="*/ 3735 h 4065"/>
              <a:gd name="p0x13" fmla="*/ 0 w 17385"/>
              <a:gd name="p0y13" fmla="*/ 330 h 4065"/>
              <a:gd name="p0x14" fmla="*/ 0 w 17385"/>
              <a:gd name="p0y14" fmla="*/ 147 h 4065"/>
              <a:gd name="p0x15" fmla="*/ 147 w 17385"/>
              <a:gd name="p0y15" fmla="*/ 0 h 4065"/>
              <a:gd name="p0x16" fmla="*/ 330 w 173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771525" y="4086225"/>
            <a:ext cx="10648950" cy="457200"/>
            <a:chOff x="1215" y="6435"/>
            <a:chExt cx="16770" cy="720"/>
          </a:xfrm>
        </p:grpSpPr>
        <p:sp>
          <p:nvSpPr>
            <p:cNvPr id="30" name="任意多边形 29"/>
            <p:cNvSpPr/>
            <p:nvPr>
              <p:custDataLst>
                <p:tags r:id="rId33"/>
              </p:custDataLst>
            </p:nvPr>
          </p:nvSpPr>
          <p:spPr>
            <a:xfrm>
              <a:off x="1215" y="6435"/>
              <a:ext cx="16770" cy="720"/>
            </a:xfrm>
            <a:custGeom>
              <a:avLst/>
              <a:gdLst>
                <a:gd name="sw" fmla="*/ 1 w 16770"/>
                <a:gd name="sh" fmla="*/ 1 h 720"/>
                <a:gd name="mins" fmla="min sw sh"/>
                <a:gd name="dsw" fmla="+- 0 sw mins"/>
                <a:gd name="dsh" fmla="+- 0 sh mins"/>
                <a:gd name="p0x0" fmla="*/ 0 w 16770"/>
                <a:gd name="p0y0" fmla="*/ 0 h 720"/>
                <a:gd name="p0x1" fmla="*/ 16770 w 16770"/>
                <a:gd name="p0y1" fmla="*/ 0 h 720"/>
                <a:gd name="p0x2" fmla="*/ 16770 w 16770"/>
                <a:gd name="p0y2" fmla="*/ 720 h 720"/>
                <a:gd name="p0x3" fmla="*/ 0 w 16770"/>
                <a:gd name="p0y3" fmla="*/ 720 h 720"/>
                <a:gd name="p0x4" fmla="*/ 0 w 16770"/>
                <a:gd name="p0y4" fmla="*/ 0 h 7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34"/>
              </p:custDataLst>
            </p:nvPr>
          </p:nvSpPr>
          <p:spPr>
            <a:xfrm>
              <a:off x="1215" y="7140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任意多边形 32"/>
          <p:cNvSpPr/>
          <p:nvPr>
            <p:custDataLst>
              <p:tags r:id="rId35"/>
            </p:custDataLst>
          </p:nvPr>
        </p:nvSpPr>
        <p:spPr>
          <a:xfrm>
            <a:off x="771525" y="411480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90 w 1320"/>
              <a:gd name="p0y0" fmla="*/ 0 h 435"/>
              <a:gd name="p0x1" fmla="*/ 1230 w 1320"/>
              <a:gd name="p0y1" fmla="*/ 0 h 435"/>
              <a:gd name="p0x2" fmla="*/ 1279 w 1320"/>
              <a:gd name="p0y2" fmla="*/ 0 h 435"/>
              <a:gd name="p0x3" fmla="*/ 1320 w 1320"/>
              <a:gd name="p0y3" fmla="*/ 40 h 435"/>
              <a:gd name="p0x4" fmla="*/ 1320 w 1320"/>
              <a:gd name="p0y4" fmla="*/ 90 h 435"/>
              <a:gd name="p0x5" fmla="*/ 1320 w 1320"/>
              <a:gd name="p0y5" fmla="*/ 345 h 435"/>
              <a:gd name="p0x6" fmla="*/ 1320 w 1320"/>
              <a:gd name="p0y6" fmla="*/ 394 h 435"/>
              <a:gd name="p0x7" fmla="*/ 1279 w 1320"/>
              <a:gd name="p0y7" fmla="*/ 435 h 435"/>
              <a:gd name="p0x8" fmla="*/ 1230 w 1320"/>
              <a:gd name="p0y8" fmla="*/ 435 h 435"/>
              <a:gd name="p0x9" fmla="*/ 90 w 1320"/>
              <a:gd name="p0y9" fmla="*/ 435 h 435"/>
              <a:gd name="p0x10" fmla="*/ 40 w 1320"/>
              <a:gd name="p0y10" fmla="*/ 435 h 435"/>
              <a:gd name="p0x11" fmla="*/ 0 w 1320"/>
              <a:gd name="p0y11" fmla="*/ 394 h 435"/>
              <a:gd name="p0x12" fmla="*/ 0 w 1320"/>
              <a:gd name="p0y12" fmla="*/ 345 h 435"/>
              <a:gd name="p0x13" fmla="*/ 0 w 1320"/>
              <a:gd name="p0y13" fmla="*/ 90 h 435"/>
              <a:gd name="p0x14" fmla="*/ 0 w 1320"/>
              <a:gd name="p0y14" fmla="*/ 40 h 435"/>
              <a:gd name="p0x15" fmla="*/ 40 w 1320"/>
              <a:gd name="p0y15" fmla="*/ 0 h 435"/>
              <a:gd name="p0x16" fmla="*/ 90 w 13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885825" y="41529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序列生成</a:t>
            </a:r>
            <a:endParaRPr sz="120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1724101" y="4070033"/>
            <a:ext cx="257473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groupSeq</a:t>
            </a:r>
            <a:r>
              <a:rPr lang="zh-CN"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全局递增</a:t>
            </a:r>
            <a:endParaRPr lang="zh-CN"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771525" y="4781550"/>
            <a:ext cx="238125" cy="190500"/>
          </a:xfrm>
          <a:custGeom>
            <a:avLst/>
            <a:gdLst>
              <a:gd name="sw" fmla="*/ 1 w 375"/>
              <a:gd name="sh" fmla="*/ 1 h 300"/>
              <a:gd name="mins" fmla="min sw sh"/>
              <a:gd name="dsw" fmla="+- 0 sw mins"/>
              <a:gd name="dsh" fmla="+- 0 sh mins"/>
              <a:gd name="p0x0" fmla="*/ 150 w 375"/>
              <a:gd name="p0y0" fmla="*/ 0 h 300"/>
              <a:gd name="p0x1" fmla="*/ 225 w 375"/>
              <a:gd name="p0y1" fmla="*/ 0 h 300"/>
              <a:gd name="p0x2" fmla="*/ 307 w 375"/>
              <a:gd name="p0y2" fmla="*/ 0 h 300"/>
              <a:gd name="p0x3" fmla="*/ 375 w 375"/>
              <a:gd name="p0y3" fmla="*/ 67 h 300"/>
              <a:gd name="p0x4" fmla="*/ 375 w 375"/>
              <a:gd name="p0y4" fmla="*/ 150 h 300"/>
              <a:gd name="p0x5" fmla="*/ 375 w 375"/>
              <a:gd name="p0y5" fmla="*/ 232 h 300"/>
              <a:gd name="p0x6" fmla="*/ 307 w 375"/>
              <a:gd name="p0y6" fmla="*/ 300 h 300"/>
              <a:gd name="p0x7" fmla="*/ 225 w 375"/>
              <a:gd name="p0y7" fmla="*/ 300 h 300"/>
              <a:gd name="p0x8" fmla="*/ 150 w 375"/>
              <a:gd name="p0y8" fmla="*/ 300 h 300"/>
              <a:gd name="p0x9" fmla="*/ 67 w 375"/>
              <a:gd name="p0y9" fmla="*/ 300 h 300"/>
              <a:gd name="p0x10" fmla="*/ 0 w 375"/>
              <a:gd name="p0y10" fmla="*/ 232 h 300"/>
              <a:gd name="p0x11" fmla="*/ 0 w 375"/>
              <a:gd name="p0y11" fmla="*/ 150 h 300"/>
              <a:gd name="p0x12" fmla="*/ 0 w 375"/>
              <a:gd name="p0y12" fmla="*/ 67 h 300"/>
              <a:gd name="p0x13" fmla="*/ 67 w 375"/>
              <a:gd name="p0y13" fmla="*/ 0 h 300"/>
              <a:gd name="p0x14" fmla="*/ 150 w 375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5556" t="-8824" r="-5556" b="-8824"/>
          <a:stretch>
            <a:fillRect/>
          </a:stretch>
        </p:blipFill>
        <p:spPr>
          <a:xfrm>
            <a:off x="795020" y="4781550"/>
            <a:ext cx="190500" cy="1905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1123950" y="4606309"/>
            <a:ext cx="628449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 INCR</a:t>
            </a:r>
            <a:r>
              <a:rPr 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原子操作</a:t>
            </a:r>
            <a:endParaRPr lang="zh-CN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1123950" y="4843481"/>
            <a:ext cx="662739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任何实例、任何线程获取的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groupSeq</a:t>
            </a:r>
            <a:r>
              <a:rPr sz="135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全局唯一且单调递增</a:t>
            </a: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，客户端以此做增量同步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4"/>
            </p:custDataLst>
          </p:nvPr>
        </p:nvSpPr>
        <p:spPr>
          <a:xfrm>
            <a:off x="771525" y="5372100"/>
            <a:ext cx="238125" cy="190500"/>
          </a:xfrm>
          <a:custGeom>
            <a:avLst/>
            <a:gdLst>
              <a:gd name="sw" fmla="*/ 1 w 375"/>
              <a:gd name="sh" fmla="*/ 1 h 300"/>
              <a:gd name="mins" fmla="min sw sh"/>
              <a:gd name="dsw" fmla="+- 0 sw mins"/>
              <a:gd name="dsh" fmla="+- 0 sh mins"/>
              <a:gd name="p0x0" fmla="*/ 150 w 375"/>
              <a:gd name="p0y0" fmla="*/ 0 h 300"/>
              <a:gd name="p0x1" fmla="*/ 225 w 375"/>
              <a:gd name="p0y1" fmla="*/ 0 h 300"/>
              <a:gd name="p0x2" fmla="*/ 307 w 375"/>
              <a:gd name="p0y2" fmla="*/ 0 h 300"/>
              <a:gd name="p0x3" fmla="*/ 375 w 375"/>
              <a:gd name="p0y3" fmla="*/ 67 h 300"/>
              <a:gd name="p0x4" fmla="*/ 375 w 375"/>
              <a:gd name="p0y4" fmla="*/ 150 h 300"/>
              <a:gd name="p0x5" fmla="*/ 375 w 375"/>
              <a:gd name="p0y5" fmla="*/ 232 h 300"/>
              <a:gd name="p0x6" fmla="*/ 307 w 375"/>
              <a:gd name="p0y6" fmla="*/ 300 h 300"/>
              <a:gd name="p0x7" fmla="*/ 225 w 375"/>
              <a:gd name="p0y7" fmla="*/ 300 h 300"/>
              <a:gd name="p0x8" fmla="*/ 150 w 375"/>
              <a:gd name="p0y8" fmla="*/ 300 h 300"/>
              <a:gd name="p0x9" fmla="*/ 67 w 375"/>
              <a:gd name="p0y9" fmla="*/ 300 h 300"/>
              <a:gd name="p0x10" fmla="*/ 0 w 375"/>
              <a:gd name="p0y10" fmla="*/ 232 h 300"/>
              <a:gd name="p0x11" fmla="*/ 0 w 375"/>
              <a:gd name="p0y11" fmla="*/ 150 h 300"/>
              <a:gd name="p0x12" fmla="*/ 0 w 375"/>
              <a:gd name="p0y12" fmla="*/ 67 h 300"/>
              <a:gd name="p0x13" fmla="*/ 67 w 375"/>
              <a:gd name="p0y13" fmla="*/ 0 h 300"/>
              <a:gd name="p0x14" fmla="*/ 150 w 375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95020" y="5372100"/>
            <a:ext cx="190500" cy="1905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8"/>
            </p:custDataLst>
          </p:nvPr>
        </p:nvSpPr>
        <p:spPr>
          <a:xfrm>
            <a:off x="1123950" y="5196859"/>
            <a:ext cx="551214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分区</a:t>
            </a:r>
            <a:r>
              <a:rPr lang="en-US" alt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Key</a:t>
            </a:r>
            <a:r>
              <a:rPr lang="zh-CN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策略</a:t>
            </a:r>
            <a:endParaRPr lang="zh-CN" altLang="en-US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9"/>
            </p:custDataLst>
          </p:nvPr>
        </p:nvSpPr>
        <p:spPr>
          <a:xfrm>
            <a:off x="1123950" y="5434031"/>
            <a:ext cx="143522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Ingress Topic</a:t>
            </a:r>
            <a:r>
              <a:rPr 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以</a:t>
            </a:r>
            <a:endParaRPr 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0"/>
            </p:custDataLst>
          </p:nvPr>
        </p:nvSpPr>
        <p:spPr>
          <a:xfrm>
            <a:off x="2387600" y="5448935"/>
            <a:ext cx="741680" cy="266700"/>
          </a:xfrm>
          <a:custGeom>
            <a:avLst/>
            <a:gdLst>
              <a:gd name="sw" fmla="*/ 1 w 1168"/>
              <a:gd name="sh" fmla="*/ 1 h 420"/>
              <a:gd name="mins" fmla="min sw sh"/>
              <a:gd name="dsw" fmla="+- 0 sw mins"/>
              <a:gd name="dsh" fmla="+- 0 sh mins"/>
              <a:gd name="p0x0" fmla="*/ 90 w 1168"/>
              <a:gd name="p0y0" fmla="*/ 0 h 420"/>
              <a:gd name="p0x1" fmla="*/ 1078 w 1168"/>
              <a:gd name="p0y1" fmla="*/ 0 h 420"/>
              <a:gd name="p0x2" fmla="*/ 1127 w 1168"/>
              <a:gd name="p0y2" fmla="*/ 0 h 420"/>
              <a:gd name="p0x3" fmla="*/ 1168 w 1168"/>
              <a:gd name="p0y3" fmla="*/ 40 h 420"/>
              <a:gd name="p0x4" fmla="*/ 1168 w 1168"/>
              <a:gd name="p0y4" fmla="*/ 90 h 420"/>
              <a:gd name="p0x5" fmla="*/ 1168 w 1168"/>
              <a:gd name="p0y5" fmla="*/ 330 h 420"/>
              <a:gd name="p0x6" fmla="*/ 1168 w 1168"/>
              <a:gd name="p0y6" fmla="*/ 379 h 420"/>
              <a:gd name="p0x7" fmla="*/ 1127 w 1168"/>
              <a:gd name="p0y7" fmla="*/ 420 h 420"/>
              <a:gd name="p0x8" fmla="*/ 1078 w 1168"/>
              <a:gd name="p0y8" fmla="*/ 420 h 420"/>
              <a:gd name="p0x9" fmla="*/ 90 w 1168"/>
              <a:gd name="p0y9" fmla="*/ 420 h 420"/>
              <a:gd name="p0x10" fmla="*/ 40 w 1168"/>
              <a:gd name="p0y10" fmla="*/ 420 h 420"/>
              <a:gd name="p0x11" fmla="*/ 0 w 1168"/>
              <a:gd name="p0y11" fmla="*/ 379 h 420"/>
              <a:gd name="p0x12" fmla="*/ 0 w 1168"/>
              <a:gd name="p0y12" fmla="*/ 330 h 420"/>
              <a:gd name="p0x13" fmla="*/ 0 w 1168"/>
              <a:gd name="p0y13" fmla="*/ 90 h 420"/>
              <a:gd name="p0x14" fmla="*/ 0 w 1168"/>
              <a:gd name="p0y14" fmla="*/ 40 h 420"/>
              <a:gd name="p0x15" fmla="*/ 40 w 1168"/>
              <a:gd name="p0y15" fmla="*/ 0 h 420"/>
              <a:gd name="p0x16" fmla="*/ 90 w 1168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1"/>
            </p:custDataLst>
          </p:nvPr>
        </p:nvSpPr>
        <p:spPr>
          <a:xfrm>
            <a:off x="2444877" y="5434031"/>
            <a:ext cx="79898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微软雅黑" panose="020B0503020204020204" charset="-122"/>
                <a:ea typeface="微软雅黑" panose="020B0503020204020204" charset="-122"/>
              </a:rPr>
              <a:t>groupId</a:t>
            </a:r>
            <a:endParaRPr sz="1350">
              <a:solidFill>
                <a:srgbClr val="627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2"/>
            </p:custDataLst>
          </p:nvPr>
        </p:nvSpPr>
        <p:spPr>
          <a:xfrm>
            <a:off x="3129563" y="5434031"/>
            <a:ext cx="373797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作为分区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Key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，同一群消息始终进入同一分区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53"/>
            </p:custDataLst>
          </p:nvPr>
        </p:nvSpPr>
        <p:spPr>
          <a:xfrm>
            <a:off x="771525" y="5962650"/>
            <a:ext cx="238125" cy="190500"/>
          </a:xfrm>
          <a:custGeom>
            <a:avLst/>
            <a:gdLst>
              <a:gd name="sw" fmla="*/ 1 w 375"/>
              <a:gd name="sh" fmla="*/ 1 h 300"/>
              <a:gd name="mins" fmla="min sw sh"/>
              <a:gd name="dsw" fmla="+- 0 sw mins"/>
              <a:gd name="dsh" fmla="+- 0 sh mins"/>
              <a:gd name="p0x0" fmla="*/ 150 w 375"/>
              <a:gd name="p0y0" fmla="*/ 0 h 300"/>
              <a:gd name="p0x1" fmla="*/ 225 w 375"/>
              <a:gd name="p0y1" fmla="*/ 0 h 300"/>
              <a:gd name="p0x2" fmla="*/ 307 w 375"/>
              <a:gd name="p0y2" fmla="*/ 0 h 300"/>
              <a:gd name="p0x3" fmla="*/ 375 w 375"/>
              <a:gd name="p0y3" fmla="*/ 67 h 300"/>
              <a:gd name="p0x4" fmla="*/ 375 w 375"/>
              <a:gd name="p0y4" fmla="*/ 150 h 300"/>
              <a:gd name="p0x5" fmla="*/ 375 w 375"/>
              <a:gd name="p0y5" fmla="*/ 232 h 300"/>
              <a:gd name="p0x6" fmla="*/ 307 w 375"/>
              <a:gd name="p0y6" fmla="*/ 300 h 300"/>
              <a:gd name="p0x7" fmla="*/ 225 w 375"/>
              <a:gd name="p0y7" fmla="*/ 300 h 300"/>
              <a:gd name="p0x8" fmla="*/ 150 w 375"/>
              <a:gd name="p0y8" fmla="*/ 300 h 300"/>
              <a:gd name="p0x9" fmla="*/ 67 w 375"/>
              <a:gd name="p0y9" fmla="*/ 300 h 300"/>
              <a:gd name="p0x10" fmla="*/ 0 w 375"/>
              <a:gd name="p0y10" fmla="*/ 232 h 300"/>
              <a:gd name="p0x11" fmla="*/ 0 w 375"/>
              <a:gd name="p0y11" fmla="*/ 150 h 300"/>
              <a:gd name="p0x12" fmla="*/ 0 w 375"/>
              <a:gd name="p0y12" fmla="*/ 67 h 300"/>
              <a:gd name="p0x13" fmla="*/ 67 w 375"/>
              <a:gd name="p0y13" fmla="*/ 0 h 300"/>
              <a:gd name="p0x14" fmla="*/ 150 w 375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1212" t="-8824" r="-1212" b="-8824"/>
          <a:stretch>
            <a:fillRect/>
          </a:stretch>
        </p:blipFill>
        <p:spPr>
          <a:xfrm>
            <a:off x="782955" y="5962650"/>
            <a:ext cx="214630" cy="19050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7"/>
            </p:custDataLst>
          </p:nvPr>
        </p:nvSpPr>
        <p:spPr>
          <a:xfrm>
            <a:off x="1123950" y="5787409"/>
            <a:ext cx="495508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单</a:t>
            </a:r>
            <a:r>
              <a:rPr lang="en-US" altLang="zh-CN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Consumer</a:t>
            </a:r>
            <a:r>
              <a:rPr lang="zh-CN" altLang="en-US"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顺序消费</a:t>
            </a:r>
            <a:endParaRPr lang="zh-CN" altLang="en-US"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58"/>
            </p:custDataLst>
          </p:nvPr>
        </p:nvSpPr>
        <p:spPr>
          <a:xfrm>
            <a:off x="1123950" y="6024581"/>
            <a:ext cx="529798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同一分区由</a:t>
            </a:r>
            <a:r>
              <a:rPr lang="zh-CN" sz="135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单</a:t>
            </a:r>
            <a:r>
              <a:rPr lang="en-US" altLang="zh-CN" sz="135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Consumer</a:t>
            </a:r>
            <a:r>
              <a:rPr lang="zh-CN" altLang="en-US" sz="135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</a:t>
            </a: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顺序消费，保证群内消息处理有序性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WebSocket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连接服务</a:t>
            </a:r>
            <a:r>
              <a:rPr lang="en-US" alt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—</a:t>
            </a:r>
            <a:r>
              <a:rPr lang="zh-CN" alt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高并发建连</a:t>
            </a:r>
            <a:endParaRPr lang="zh-CN" altLang="en-US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330 w 9324"/>
              <a:gd name="p0y0" fmla="*/ 0 h 2604"/>
              <a:gd name="p0x1" fmla="*/ 8994 w 9324"/>
              <a:gd name="p0y1" fmla="*/ 0 h 2604"/>
              <a:gd name="p0x2" fmla="*/ 9176 w 9324"/>
              <a:gd name="p0y2" fmla="*/ 0 h 2604"/>
              <a:gd name="p0x3" fmla="*/ 9324 w 9324"/>
              <a:gd name="p0y3" fmla="*/ 147 h 2604"/>
              <a:gd name="p0x4" fmla="*/ 9324 w 9324"/>
              <a:gd name="p0y4" fmla="*/ 330 h 2604"/>
              <a:gd name="p0x5" fmla="*/ 9324 w 9324"/>
              <a:gd name="p0y5" fmla="*/ 2274 h 2604"/>
              <a:gd name="p0x6" fmla="*/ 9324 w 9324"/>
              <a:gd name="p0y6" fmla="*/ 2457 h 2604"/>
              <a:gd name="p0x7" fmla="*/ 9176 w 9324"/>
              <a:gd name="p0y7" fmla="*/ 2604 h 2604"/>
              <a:gd name="p0x8" fmla="*/ 8994 w 9324"/>
              <a:gd name="p0y8" fmla="*/ 2604 h 2604"/>
              <a:gd name="p0x9" fmla="*/ 330 w 9324"/>
              <a:gd name="p0y9" fmla="*/ 2604 h 2604"/>
              <a:gd name="p0x10" fmla="*/ 147 w 9324"/>
              <a:gd name="p0y10" fmla="*/ 2604 h 2604"/>
              <a:gd name="p0x11" fmla="*/ 0 w 9324"/>
              <a:gd name="p0y11" fmla="*/ 2457 h 2604"/>
              <a:gd name="p0x12" fmla="*/ 0 w 9324"/>
              <a:gd name="p0y12" fmla="*/ 2274 h 2604"/>
              <a:gd name="p0x13" fmla="*/ 0 w 9324"/>
              <a:gd name="p0y13" fmla="*/ 330 h 2604"/>
              <a:gd name="p0x14" fmla="*/ 0 w 9324"/>
              <a:gd name="p0y14" fmla="*/ 147 h 2604"/>
              <a:gd name="p0x15" fmla="*/ 147 w 9324"/>
              <a:gd name="p0y15" fmla="*/ 0 h 2604"/>
              <a:gd name="p0x16" fmla="*/ 33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25880"/>
            <a:ext cx="228600" cy="228600"/>
          </a:xfrm>
          <a:custGeom>
            <a:avLst/>
            <a:gdLst>
              <a:gd name="sw" fmla="*/ 1 w 360"/>
              <a:gd name="sh" fmla="*/ 1 h 360"/>
              <a:gd name="mins" fmla="min sw sh"/>
              <a:gd name="dsw" fmla="+- 0 sw mins"/>
              <a:gd name="dsh" fmla="+- 0 sh mins"/>
              <a:gd name="p0x0" fmla="*/ 180 w 360"/>
              <a:gd name="p0y0" fmla="*/ 0 h 360"/>
              <a:gd name="p0x1" fmla="*/ 279 w 360"/>
              <a:gd name="p0y1" fmla="*/ 0 h 360"/>
              <a:gd name="p0x2" fmla="*/ 360 w 360"/>
              <a:gd name="p0y2" fmla="*/ 80 h 360"/>
              <a:gd name="p0x3" fmla="*/ 360 w 360"/>
              <a:gd name="p0y3" fmla="*/ 180 h 360"/>
              <a:gd name="p0x4" fmla="*/ 360 w 360"/>
              <a:gd name="p0y4" fmla="*/ 279 h 360"/>
              <a:gd name="p0x5" fmla="*/ 279 w 360"/>
              <a:gd name="p0y5" fmla="*/ 360 h 360"/>
              <a:gd name="p0x6" fmla="*/ 180 w 360"/>
              <a:gd name="p0y6" fmla="*/ 360 h 360"/>
              <a:gd name="p0x7" fmla="*/ 80 w 360"/>
              <a:gd name="p0y7" fmla="*/ 360 h 360"/>
              <a:gd name="p0x8" fmla="*/ 0 w 360"/>
              <a:gd name="p0y8" fmla="*/ 279 h 360"/>
              <a:gd name="p0x9" fmla="*/ 0 w 360"/>
              <a:gd name="p0y9" fmla="*/ 180 h 360"/>
              <a:gd name="p0x10" fmla="*/ 0 w 360"/>
              <a:gd name="p0y10" fmla="*/ 80 h 360"/>
              <a:gd name="p0x11" fmla="*/ 80 w 360"/>
              <a:gd name="p0y11" fmla="*/ 0 h 360"/>
              <a:gd name="p0x12" fmla="*/ 180 w 360"/>
              <a:gd name="p0y12" fmla="*/ 0 h 3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333" t="-15758" r="-3333" b="-15758"/>
          <a:stretch>
            <a:fillRect/>
          </a:stretch>
        </p:blipFill>
        <p:spPr>
          <a:xfrm>
            <a:off x="819150" y="1369060"/>
            <a:ext cx="152400" cy="1377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76325" y="1290790"/>
            <a:ext cx="1588589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TCP</a:t>
            </a:r>
            <a:r>
              <a:rPr lang="zh-CN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参数调优</a:t>
            </a:r>
            <a:endParaRPr lang="zh-CN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1690906"/>
            <a:ext cx="1598419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6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8192</a:t>
            </a:r>
            <a:endParaRPr sz="36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950844" y="1952844"/>
            <a:ext cx="151336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SO_BACKLOG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2352675"/>
            <a:ext cx="837565" cy="238125"/>
          </a:xfrm>
          <a:custGeom>
            <a:avLst/>
            <a:gdLst>
              <a:gd name="sw" fmla="*/ 1 w 1319"/>
              <a:gd name="sh" fmla="*/ 1 h 375"/>
              <a:gd name="mins" fmla="min sw sh"/>
              <a:gd name="dsw" fmla="+- 0 sw mins"/>
              <a:gd name="dsh" fmla="+- 0 sh mins"/>
              <a:gd name="p0x0" fmla="*/ 187 w 1319"/>
              <a:gd name="p0y0" fmla="*/ 0 h 375"/>
              <a:gd name="p0x1" fmla="*/ 1132 w 1319"/>
              <a:gd name="p0y1" fmla="*/ 0 h 375"/>
              <a:gd name="p0x2" fmla="*/ 1235 w 1319"/>
              <a:gd name="p0y2" fmla="*/ 0 h 375"/>
              <a:gd name="p0x3" fmla="*/ 1319 w 1319"/>
              <a:gd name="p0y3" fmla="*/ 83 h 375"/>
              <a:gd name="p0x4" fmla="*/ 1319 w 1319"/>
              <a:gd name="p0y4" fmla="*/ 187 h 375"/>
              <a:gd name="p0x5" fmla="*/ 1319 w 1319"/>
              <a:gd name="p0y5" fmla="*/ 291 h 375"/>
              <a:gd name="p0x6" fmla="*/ 1235 w 1319"/>
              <a:gd name="p0y6" fmla="*/ 375 h 375"/>
              <a:gd name="p0x7" fmla="*/ 1132 w 1319"/>
              <a:gd name="p0y7" fmla="*/ 375 h 375"/>
              <a:gd name="p0x8" fmla="*/ 187 w 1319"/>
              <a:gd name="p0y8" fmla="*/ 375 h 375"/>
              <a:gd name="p0x9" fmla="*/ 83 w 1319"/>
              <a:gd name="p0y9" fmla="*/ 375 h 375"/>
              <a:gd name="p0x10" fmla="*/ 0 w 1319"/>
              <a:gd name="p0y10" fmla="*/ 291 h 375"/>
              <a:gd name="p0x11" fmla="*/ 0 w 1319"/>
              <a:gd name="p0y11" fmla="*/ 187 h 375"/>
              <a:gd name="p0x12" fmla="*/ 0 w 1319"/>
              <a:gd name="p0y12" fmla="*/ 83 h 375"/>
              <a:gd name="p0x13" fmla="*/ 83 w 1319"/>
              <a:gd name="p0y13" fmla="*/ 0 h 375"/>
              <a:gd name="p0x14" fmla="*/ 187 w 1319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66775" y="2371944"/>
            <a:ext cx="7998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64</a:t>
            </a:r>
            <a:r>
              <a:rPr lang="zh-CN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倍提升</a:t>
            </a:r>
            <a:endParaRPr lang="zh-CN"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723730" y="2357656"/>
            <a:ext cx="347603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WriteBufferWaterMark [64KB, 256KB]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575945" y="29635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330 w 9324"/>
              <a:gd name="p0y0" fmla="*/ 0 h 2604"/>
              <a:gd name="p0x1" fmla="*/ 8994 w 9324"/>
              <a:gd name="p0y1" fmla="*/ 0 h 2604"/>
              <a:gd name="p0x2" fmla="*/ 9176 w 9324"/>
              <a:gd name="p0y2" fmla="*/ 0 h 2604"/>
              <a:gd name="p0x3" fmla="*/ 9324 w 9324"/>
              <a:gd name="p0y3" fmla="*/ 147 h 2604"/>
              <a:gd name="p0x4" fmla="*/ 9324 w 9324"/>
              <a:gd name="p0y4" fmla="*/ 330 h 2604"/>
              <a:gd name="p0x5" fmla="*/ 9324 w 9324"/>
              <a:gd name="p0y5" fmla="*/ 2274 h 2604"/>
              <a:gd name="p0x6" fmla="*/ 9324 w 9324"/>
              <a:gd name="p0y6" fmla="*/ 2457 h 2604"/>
              <a:gd name="p0x7" fmla="*/ 9176 w 9324"/>
              <a:gd name="p0y7" fmla="*/ 2604 h 2604"/>
              <a:gd name="p0x8" fmla="*/ 8994 w 9324"/>
              <a:gd name="p0y8" fmla="*/ 2604 h 2604"/>
              <a:gd name="p0x9" fmla="*/ 330 w 9324"/>
              <a:gd name="p0y9" fmla="*/ 2604 h 2604"/>
              <a:gd name="p0x10" fmla="*/ 147 w 9324"/>
              <a:gd name="p0y10" fmla="*/ 2604 h 2604"/>
              <a:gd name="p0x11" fmla="*/ 0 w 9324"/>
              <a:gd name="p0y11" fmla="*/ 2457 h 2604"/>
              <a:gd name="p0x12" fmla="*/ 0 w 9324"/>
              <a:gd name="p0y12" fmla="*/ 2274 h 2604"/>
              <a:gd name="p0x13" fmla="*/ 0 w 9324"/>
              <a:gd name="p0y13" fmla="*/ 330 h 2604"/>
              <a:gd name="p0x14" fmla="*/ 0 w 9324"/>
              <a:gd name="p0y14" fmla="*/ 147 h 2604"/>
              <a:gd name="p0x15" fmla="*/ 147 w 9324"/>
              <a:gd name="p0y15" fmla="*/ 0 h 2604"/>
              <a:gd name="p0x16" fmla="*/ 33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771525" y="3158490"/>
            <a:ext cx="228600" cy="228600"/>
          </a:xfrm>
          <a:custGeom>
            <a:avLst/>
            <a:gdLst>
              <a:gd name="sw" fmla="*/ 1 w 360"/>
              <a:gd name="sh" fmla="*/ 1 h 360"/>
              <a:gd name="mins" fmla="min sw sh"/>
              <a:gd name="dsw" fmla="+- 0 sw mins"/>
              <a:gd name="dsh" fmla="+- 0 sh mins"/>
              <a:gd name="p0x0" fmla="*/ 180 w 360"/>
              <a:gd name="p0y0" fmla="*/ 0 h 360"/>
              <a:gd name="p0x1" fmla="*/ 279 w 360"/>
              <a:gd name="p0y1" fmla="*/ 0 h 360"/>
              <a:gd name="p0x2" fmla="*/ 360 w 360"/>
              <a:gd name="p0y2" fmla="*/ 80 h 360"/>
              <a:gd name="p0x3" fmla="*/ 360 w 360"/>
              <a:gd name="p0y3" fmla="*/ 180 h 360"/>
              <a:gd name="p0x4" fmla="*/ 360 w 360"/>
              <a:gd name="p0y4" fmla="*/ 279 h 360"/>
              <a:gd name="p0x5" fmla="*/ 279 w 360"/>
              <a:gd name="p0y5" fmla="*/ 360 h 360"/>
              <a:gd name="p0x6" fmla="*/ 180 w 360"/>
              <a:gd name="p0y6" fmla="*/ 360 h 360"/>
              <a:gd name="p0x7" fmla="*/ 80 w 360"/>
              <a:gd name="p0y7" fmla="*/ 360 h 360"/>
              <a:gd name="p0x8" fmla="*/ 0 w 360"/>
              <a:gd name="p0y8" fmla="*/ 279 h 360"/>
              <a:gd name="p0x9" fmla="*/ 0 w 360"/>
              <a:gd name="p0y9" fmla="*/ 180 h 360"/>
              <a:gd name="p0x10" fmla="*/ 0 w 360"/>
              <a:gd name="p0y10" fmla="*/ 80 h 360"/>
              <a:gd name="p0x11" fmla="*/ 80 w 360"/>
              <a:gd name="p0y11" fmla="*/ 0 h 360"/>
              <a:gd name="p0x12" fmla="*/ 180 w 360"/>
              <a:gd name="p0y12" fmla="*/ 0 h 3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819150" y="3201670"/>
            <a:ext cx="133350" cy="1377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1076325" y="3123305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三级线程模型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71525" y="3501390"/>
            <a:ext cx="5529580" cy="920750"/>
            <a:chOff x="1215" y="5514"/>
            <a:chExt cx="8708" cy="1450"/>
          </a:xfrm>
        </p:grpSpPr>
        <p:sp>
          <p:nvSpPr>
            <p:cNvPr id="17" name="任意多边形 16"/>
            <p:cNvSpPr/>
            <p:nvPr>
              <p:custDataLst>
                <p:tags r:id="rId19"/>
              </p:custDataLst>
            </p:nvPr>
          </p:nvSpPr>
          <p:spPr>
            <a:xfrm>
              <a:off x="1215" y="5514"/>
              <a:ext cx="8709" cy="1450"/>
            </a:xfrm>
            <a:custGeom>
              <a:avLst/>
              <a:gdLst>
                <a:gd name="sw" fmla="*/ 1 w 8709"/>
                <a:gd name="sh" fmla="*/ 1 h 1450"/>
                <a:gd name="mins" fmla="min sw sh"/>
                <a:gd name="dsw" fmla="+- 0 sw mins"/>
                <a:gd name="dsh" fmla="+- 0 sh mins"/>
                <a:gd name="p0x0" fmla="*/ 0 w 8709"/>
                <a:gd name="p0y0" fmla="*/ 0 h 1450"/>
                <a:gd name="p0x1" fmla="*/ 8709 w 8709"/>
                <a:gd name="p0y1" fmla="*/ 0 h 1450"/>
                <a:gd name="p0x2" fmla="*/ 8709 w 8709"/>
                <a:gd name="p0y2" fmla="*/ 1450 h 1450"/>
                <a:gd name="p0x3" fmla="*/ 0 w 8709"/>
                <a:gd name="p0y3" fmla="*/ 1450 h 1450"/>
                <a:gd name="p0x4" fmla="*/ 0 w 8709"/>
                <a:gd name="p0y4" fmla="*/ 0 h 14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20"/>
              </p:custDataLst>
            </p:nvPr>
          </p:nvSpPr>
          <p:spPr>
            <a:xfrm>
              <a:off x="1215" y="5514"/>
              <a:ext cx="45" cy="1450"/>
            </a:xfrm>
            <a:custGeom>
              <a:avLst/>
              <a:gdLst>
                <a:gd name="sw" fmla="*/ 1 w 45"/>
                <a:gd name="sh" fmla="*/ 1 h 1450"/>
                <a:gd name="mins" fmla="min sw sh"/>
                <a:gd name="dsw" fmla="+- 0 sw mins"/>
                <a:gd name="dsh" fmla="+- 0 sh mins"/>
                <a:gd name="p0x0" fmla="*/ 0 w 45"/>
                <a:gd name="p0y0" fmla="*/ 1450 h 1450"/>
                <a:gd name="p0x1" fmla="*/ 0 w 45"/>
                <a:gd name="p0y1" fmla="*/ 0 h 1450"/>
                <a:gd name="p0x2" fmla="*/ 45 w 45"/>
                <a:gd name="p0y2" fmla="*/ 0 h 1450"/>
                <a:gd name="p0x3" fmla="*/ 45 w 45"/>
                <a:gd name="p0y3" fmla="*/ 1450 h 1450"/>
                <a:gd name="p0x4" fmla="*/ 0 w 45"/>
                <a:gd name="p0y4" fmla="*/ 1450 h 14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4E8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914400" y="3515611"/>
            <a:ext cx="56956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Boss</a:t>
            </a:r>
            <a:endParaRPr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1388716" y="3529898"/>
            <a:ext cx="18418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接受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TCP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连接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→ Worker</a:t>
            </a:r>
            <a:endParaRPr lang="en-US" altLang="zh-CN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6135291" y="3453698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914400" y="3847948"/>
            <a:ext cx="76914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Worker</a:t>
            </a:r>
            <a:endParaRPr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1588294" y="3862235"/>
            <a:ext cx="16476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IO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读写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编解码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帧处理</a:t>
            </a:r>
            <a:endParaRPr lang="zh-CN" altLang="en-US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5968898" y="3786035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16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914400" y="4180275"/>
            <a:ext cx="8979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Business</a:t>
            </a:r>
            <a:endParaRPr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1717100" y="4194562"/>
            <a:ext cx="176160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JWT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验证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/Redis/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数据库</a:t>
            </a:r>
            <a:endParaRPr lang="zh-CN" altLang="en-US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5968898" y="4118362"/>
            <a:ext cx="599551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48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0"/>
            </p:custDataLst>
          </p:nvPr>
        </p:nvSpPr>
        <p:spPr>
          <a:xfrm>
            <a:off x="575945" y="48177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330 w 9324"/>
              <a:gd name="p0y0" fmla="*/ 0 h 2604"/>
              <a:gd name="p0x1" fmla="*/ 8994 w 9324"/>
              <a:gd name="p0y1" fmla="*/ 0 h 2604"/>
              <a:gd name="p0x2" fmla="*/ 9176 w 9324"/>
              <a:gd name="p0y2" fmla="*/ 0 h 2604"/>
              <a:gd name="p0x3" fmla="*/ 9324 w 9324"/>
              <a:gd name="p0y3" fmla="*/ 147 h 2604"/>
              <a:gd name="p0x4" fmla="*/ 9324 w 9324"/>
              <a:gd name="p0y4" fmla="*/ 330 h 2604"/>
              <a:gd name="p0x5" fmla="*/ 9324 w 9324"/>
              <a:gd name="p0y5" fmla="*/ 2274 h 2604"/>
              <a:gd name="p0x6" fmla="*/ 9324 w 9324"/>
              <a:gd name="p0y6" fmla="*/ 2457 h 2604"/>
              <a:gd name="p0x7" fmla="*/ 9176 w 9324"/>
              <a:gd name="p0y7" fmla="*/ 2604 h 2604"/>
              <a:gd name="p0x8" fmla="*/ 8994 w 9324"/>
              <a:gd name="p0y8" fmla="*/ 2604 h 2604"/>
              <a:gd name="p0x9" fmla="*/ 330 w 9324"/>
              <a:gd name="p0y9" fmla="*/ 2604 h 2604"/>
              <a:gd name="p0x10" fmla="*/ 147 w 9324"/>
              <a:gd name="p0y10" fmla="*/ 2604 h 2604"/>
              <a:gd name="p0x11" fmla="*/ 0 w 9324"/>
              <a:gd name="p0y11" fmla="*/ 2457 h 2604"/>
              <a:gd name="p0x12" fmla="*/ 0 w 9324"/>
              <a:gd name="p0y12" fmla="*/ 2274 h 2604"/>
              <a:gd name="p0x13" fmla="*/ 0 w 9324"/>
              <a:gd name="p0y13" fmla="*/ 330 h 2604"/>
              <a:gd name="p0x14" fmla="*/ 0 w 9324"/>
              <a:gd name="p0y14" fmla="*/ 147 h 2604"/>
              <a:gd name="p0x15" fmla="*/ 147 w 9324"/>
              <a:gd name="p0y15" fmla="*/ 0 h 2604"/>
              <a:gd name="p0x16" fmla="*/ 33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1"/>
            </p:custDataLst>
          </p:nvPr>
        </p:nvSpPr>
        <p:spPr>
          <a:xfrm>
            <a:off x="771525" y="5042535"/>
            <a:ext cx="228600" cy="228600"/>
          </a:xfrm>
          <a:custGeom>
            <a:avLst/>
            <a:gdLst>
              <a:gd name="sw" fmla="*/ 1 w 360"/>
              <a:gd name="sh" fmla="*/ 1 h 360"/>
              <a:gd name="mins" fmla="min sw sh"/>
              <a:gd name="dsw" fmla="+- 0 sw mins"/>
              <a:gd name="dsh" fmla="+- 0 sh mins"/>
              <a:gd name="p0x0" fmla="*/ 180 w 360"/>
              <a:gd name="p0y0" fmla="*/ 0 h 360"/>
              <a:gd name="p0x1" fmla="*/ 279 w 360"/>
              <a:gd name="p0y1" fmla="*/ 0 h 360"/>
              <a:gd name="p0x2" fmla="*/ 360 w 360"/>
              <a:gd name="p0y2" fmla="*/ 80 h 360"/>
              <a:gd name="p0x3" fmla="*/ 360 w 360"/>
              <a:gd name="p0y3" fmla="*/ 180 h 360"/>
              <a:gd name="p0x4" fmla="*/ 360 w 360"/>
              <a:gd name="p0y4" fmla="*/ 279 h 360"/>
              <a:gd name="p0x5" fmla="*/ 279 w 360"/>
              <a:gd name="p0y5" fmla="*/ 360 h 360"/>
              <a:gd name="p0x6" fmla="*/ 180 w 360"/>
              <a:gd name="p0y6" fmla="*/ 360 h 360"/>
              <a:gd name="p0x7" fmla="*/ 80 w 360"/>
              <a:gd name="p0y7" fmla="*/ 360 h 360"/>
              <a:gd name="p0x8" fmla="*/ 0 w 360"/>
              <a:gd name="p0y8" fmla="*/ 279 h 360"/>
              <a:gd name="p0x9" fmla="*/ 0 w 360"/>
              <a:gd name="p0y9" fmla="*/ 180 h 360"/>
              <a:gd name="p0x10" fmla="*/ 0 w 360"/>
              <a:gd name="p0y10" fmla="*/ 80 h 360"/>
              <a:gd name="p0x11" fmla="*/ 80 w 360"/>
              <a:gd name="p0y11" fmla="*/ 0 h 360"/>
              <a:gd name="p0x12" fmla="*/ 180 w 360"/>
              <a:gd name="p0y12" fmla="*/ 0 h 3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6667" t="-1905" r="-6667" b="-1905"/>
          <a:stretch>
            <a:fillRect/>
          </a:stretch>
        </p:blipFill>
        <p:spPr>
          <a:xfrm>
            <a:off x="826135" y="5085080"/>
            <a:ext cx="118745" cy="1384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1076325" y="5006873"/>
            <a:ext cx="266395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 Pipeline</a:t>
            </a:r>
            <a:r>
              <a:rPr lang="zh-CN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批量写入</a:t>
            </a:r>
            <a:endParaRPr lang="zh-CN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6"/>
            </p:custDataLst>
          </p:nvPr>
        </p:nvSpPr>
        <p:spPr>
          <a:xfrm>
            <a:off x="771525" y="5403056"/>
            <a:ext cx="680666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300" b="1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3</a:t>
            </a:r>
            <a:endParaRPr sz="3300" b="1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7"/>
            </p:custDataLst>
          </p:nvPr>
        </p:nvSpPr>
        <p:spPr>
          <a:xfrm>
            <a:off x="1071191" y="5553075"/>
            <a:ext cx="72680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RTT</a:t>
            </a:r>
            <a:endParaRPr lang="en-US" alt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8"/>
            </p:custDataLst>
          </p:nvPr>
        </p:nvSpPr>
        <p:spPr>
          <a:xfrm>
            <a:off x="1759896" y="5476875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→</a:t>
            </a:r>
            <a:endParaRPr sz="2400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9"/>
            </p:custDataLst>
          </p:nvPr>
        </p:nvSpPr>
        <p:spPr>
          <a:xfrm>
            <a:off x="2217096" y="5403056"/>
            <a:ext cx="680666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3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</a:t>
            </a:r>
            <a:endParaRPr sz="33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0"/>
            </p:custDataLst>
          </p:nvPr>
        </p:nvSpPr>
        <p:spPr>
          <a:xfrm>
            <a:off x="2516762" y="5553075"/>
            <a:ext cx="72680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RTT</a:t>
            </a:r>
            <a:endParaRPr lang="en-US" alt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1"/>
            </p:custDataLst>
          </p:nvPr>
        </p:nvSpPr>
        <p:spPr>
          <a:xfrm>
            <a:off x="771525" y="6058052"/>
            <a:ext cx="553023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三个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SET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命令合并为一次网络往返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2"/>
            </p:custDataLst>
          </p:nvPr>
        </p:nvSpPr>
        <p:spPr>
          <a:xfrm>
            <a:off x="6772910" y="11093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330 w 7625"/>
              <a:gd name="p0y0" fmla="*/ 0 h 2604"/>
              <a:gd name="p0x1" fmla="*/ 7295 w 7625"/>
              <a:gd name="p0y1" fmla="*/ 0 h 2604"/>
              <a:gd name="p0x2" fmla="*/ 7478 w 7625"/>
              <a:gd name="p0y2" fmla="*/ 0 h 2604"/>
              <a:gd name="p0x3" fmla="*/ 7625 w 7625"/>
              <a:gd name="p0y3" fmla="*/ 147 h 2604"/>
              <a:gd name="p0x4" fmla="*/ 7625 w 7625"/>
              <a:gd name="p0y4" fmla="*/ 330 h 2604"/>
              <a:gd name="p0x5" fmla="*/ 7625 w 7625"/>
              <a:gd name="p0y5" fmla="*/ 2274 h 2604"/>
              <a:gd name="p0x6" fmla="*/ 7625 w 7625"/>
              <a:gd name="p0y6" fmla="*/ 2457 h 2604"/>
              <a:gd name="p0x7" fmla="*/ 7478 w 7625"/>
              <a:gd name="p0y7" fmla="*/ 2604 h 2604"/>
              <a:gd name="p0x8" fmla="*/ 7295 w 7625"/>
              <a:gd name="p0y8" fmla="*/ 2604 h 2604"/>
              <a:gd name="p0x9" fmla="*/ 330 w 7625"/>
              <a:gd name="p0y9" fmla="*/ 2604 h 2604"/>
              <a:gd name="p0x10" fmla="*/ 147 w 7625"/>
              <a:gd name="p0y10" fmla="*/ 2604 h 2604"/>
              <a:gd name="p0x11" fmla="*/ 0 w 7625"/>
              <a:gd name="p0y11" fmla="*/ 2457 h 2604"/>
              <a:gd name="p0x12" fmla="*/ 0 w 7625"/>
              <a:gd name="p0y12" fmla="*/ 2274 h 2604"/>
              <a:gd name="p0x13" fmla="*/ 0 w 7625"/>
              <a:gd name="p0y13" fmla="*/ 330 h 2604"/>
              <a:gd name="p0x14" fmla="*/ 0 w 7625"/>
              <a:gd name="p0y14" fmla="*/ 147 h 2604"/>
              <a:gd name="p0x15" fmla="*/ 147 w 7625"/>
              <a:gd name="p0y15" fmla="*/ 0 h 2604"/>
              <a:gd name="p0x16" fmla="*/ 33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3"/>
            </p:custDataLst>
          </p:nvPr>
        </p:nvSpPr>
        <p:spPr>
          <a:xfrm>
            <a:off x="6968490" y="13131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t="-7143" b="-7143"/>
          <a:stretch>
            <a:fillRect/>
          </a:stretch>
        </p:blipFill>
        <p:spPr>
          <a:xfrm>
            <a:off x="7025640" y="1370330"/>
            <a:ext cx="15240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7"/>
            </p:custDataLst>
          </p:nvPr>
        </p:nvSpPr>
        <p:spPr>
          <a:xfrm>
            <a:off x="7311409" y="1296886"/>
            <a:ext cx="1600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职责分离架构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8"/>
            </p:custDataLst>
          </p:nvPr>
        </p:nvSpPr>
        <p:spPr>
          <a:xfrm>
            <a:off x="6968509" y="1688906"/>
            <a:ext cx="4451966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Boss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专注连接接入，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Worker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处理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IO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密集型操作，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Business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执行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CPU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密集型业务逻辑，避免线程阻塞相互影响</a:t>
            </a:r>
            <a:endParaRPr lang="zh-CN" altLang="en-US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9"/>
            </p:custDataLst>
          </p:nvPr>
        </p:nvSpPr>
        <p:spPr>
          <a:xfrm>
            <a:off x="6772910" y="29635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330 w 7625"/>
              <a:gd name="p0y0" fmla="*/ 0 h 2604"/>
              <a:gd name="p0x1" fmla="*/ 7295 w 7625"/>
              <a:gd name="p0y1" fmla="*/ 0 h 2604"/>
              <a:gd name="p0x2" fmla="*/ 7478 w 7625"/>
              <a:gd name="p0y2" fmla="*/ 0 h 2604"/>
              <a:gd name="p0x3" fmla="*/ 7625 w 7625"/>
              <a:gd name="p0y3" fmla="*/ 147 h 2604"/>
              <a:gd name="p0x4" fmla="*/ 7625 w 7625"/>
              <a:gd name="p0y4" fmla="*/ 330 h 2604"/>
              <a:gd name="p0x5" fmla="*/ 7625 w 7625"/>
              <a:gd name="p0y5" fmla="*/ 2274 h 2604"/>
              <a:gd name="p0x6" fmla="*/ 7625 w 7625"/>
              <a:gd name="p0y6" fmla="*/ 2457 h 2604"/>
              <a:gd name="p0x7" fmla="*/ 7478 w 7625"/>
              <a:gd name="p0y7" fmla="*/ 2604 h 2604"/>
              <a:gd name="p0x8" fmla="*/ 7295 w 7625"/>
              <a:gd name="p0y8" fmla="*/ 2604 h 2604"/>
              <a:gd name="p0x9" fmla="*/ 330 w 7625"/>
              <a:gd name="p0y9" fmla="*/ 2604 h 2604"/>
              <a:gd name="p0x10" fmla="*/ 147 w 7625"/>
              <a:gd name="p0y10" fmla="*/ 2604 h 2604"/>
              <a:gd name="p0x11" fmla="*/ 0 w 7625"/>
              <a:gd name="p0y11" fmla="*/ 2457 h 2604"/>
              <a:gd name="p0x12" fmla="*/ 0 w 7625"/>
              <a:gd name="p0y12" fmla="*/ 2274 h 2604"/>
              <a:gd name="p0x13" fmla="*/ 0 w 7625"/>
              <a:gd name="p0y13" fmla="*/ 330 h 2604"/>
              <a:gd name="p0x14" fmla="*/ 0 w 7625"/>
              <a:gd name="p0y14" fmla="*/ 147 h 2604"/>
              <a:gd name="p0x15" fmla="*/ 147 w 7625"/>
              <a:gd name="p0y15" fmla="*/ 0 h 2604"/>
              <a:gd name="p0x16" fmla="*/ 33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50"/>
            </p:custDataLst>
          </p:nvPr>
        </p:nvSpPr>
        <p:spPr>
          <a:xfrm>
            <a:off x="6968490" y="31673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7025640" y="3224530"/>
            <a:ext cx="1524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54"/>
            </p:custDataLst>
          </p:nvPr>
        </p:nvSpPr>
        <p:spPr>
          <a:xfrm>
            <a:off x="7311409" y="3151061"/>
            <a:ext cx="1828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线程数配置依据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5"/>
            </p:custDataLst>
          </p:nvPr>
        </p:nvSpPr>
        <p:spPr>
          <a:xfrm>
            <a:off x="6968509" y="3543081"/>
            <a:ext cx="4451966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Boss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单线程避免上下文切换，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Worker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按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CPU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核心数配置，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Business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线程池根据数据库连接池规模动态调整</a:t>
            </a:r>
            <a:endParaRPr lang="zh-CN" altLang="en-US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6"/>
            </p:custDataLst>
          </p:nvPr>
        </p:nvSpPr>
        <p:spPr>
          <a:xfrm>
            <a:off x="6772910" y="4817745"/>
            <a:ext cx="4842510" cy="1654175"/>
          </a:xfrm>
          <a:custGeom>
            <a:avLst/>
            <a:gdLst>
              <a:gd name="sw" fmla="*/ 1 w 7625"/>
              <a:gd name="sh" fmla="*/ 1 h 2604"/>
              <a:gd name="mins" fmla="min sw sh"/>
              <a:gd name="dsw" fmla="+- 0 sw mins"/>
              <a:gd name="dsh" fmla="+- 0 sh mins"/>
              <a:gd name="p0x0" fmla="*/ 330 w 7625"/>
              <a:gd name="p0y0" fmla="*/ 0 h 2604"/>
              <a:gd name="p0x1" fmla="*/ 7295 w 7625"/>
              <a:gd name="p0y1" fmla="*/ 0 h 2604"/>
              <a:gd name="p0x2" fmla="*/ 7478 w 7625"/>
              <a:gd name="p0y2" fmla="*/ 0 h 2604"/>
              <a:gd name="p0x3" fmla="*/ 7625 w 7625"/>
              <a:gd name="p0y3" fmla="*/ 147 h 2604"/>
              <a:gd name="p0x4" fmla="*/ 7625 w 7625"/>
              <a:gd name="p0y4" fmla="*/ 330 h 2604"/>
              <a:gd name="p0x5" fmla="*/ 7625 w 7625"/>
              <a:gd name="p0y5" fmla="*/ 2274 h 2604"/>
              <a:gd name="p0x6" fmla="*/ 7625 w 7625"/>
              <a:gd name="p0y6" fmla="*/ 2457 h 2604"/>
              <a:gd name="p0x7" fmla="*/ 7478 w 7625"/>
              <a:gd name="p0y7" fmla="*/ 2604 h 2604"/>
              <a:gd name="p0x8" fmla="*/ 7295 w 7625"/>
              <a:gd name="p0y8" fmla="*/ 2604 h 2604"/>
              <a:gd name="p0x9" fmla="*/ 330 w 7625"/>
              <a:gd name="p0y9" fmla="*/ 2604 h 2604"/>
              <a:gd name="p0x10" fmla="*/ 147 w 7625"/>
              <a:gd name="p0y10" fmla="*/ 2604 h 2604"/>
              <a:gd name="p0x11" fmla="*/ 0 w 7625"/>
              <a:gd name="p0y11" fmla="*/ 2457 h 2604"/>
              <a:gd name="p0x12" fmla="*/ 0 w 7625"/>
              <a:gd name="p0y12" fmla="*/ 2274 h 2604"/>
              <a:gd name="p0x13" fmla="*/ 0 w 7625"/>
              <a:gd name="p0y13" fmla="*/ 330 h 2604"/>
              <a:gd name="p0x14" fmla="*/ 0 w 7625"/>
              <a:gd name="p0y14" fmla="*/ 147 h 2604"/>
              <a:gd name="p0x15" fmla="*/ 147 w 7625"/>
              <a:gd name="p0y15" fmla="*/ 0 h 2604"/>
              <a:gd name="p0x16" fmla="*/ 330 w 762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57"/>
            </p:custDataLst>
          </p:nvPr>
        </p:nvSpPr>
        <p:spPr>
          <a:xfrm>
            <a:off x="6968490" y="50215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7025640" y="5078730"/>
            <a:ext cx="15240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61"/>
            </p:custDataLst>
          </p:nvPr>
        </p:nvSpPr>
        <p:spPr>
          <a:xfrm>
            <a:off x="7311409" y="5005235"/>
            <a:ext cx="1990944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Pipeline</a:t>
            </a:r>
            <a:r>
              <a:rPr lang="zh-CN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批量原理</a:t>
            </a:r>
            <a:endParaRPr lang="zh-CN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62"/>
            </p:custDataLst>
          </p:nvPr>
        </p:nvSpPr>
        <p:spPr>
          <a:xfrm>
            <a:off x="6968509" y="5397255"/>
            <a:ext cx="4451966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客户端缓冲多条命令一次性发送，服务器批量执行后统一返回，将认证流程的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写入延迟从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3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个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RTT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降至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</a:t>
            </a:r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个</a:t>
            </a:r>
            <a:endParaRPr lang="zh-CN" altLang="en-US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WebSocket—</a:t>
            </a:r>
            <a:r>
              <a:rPr lang="zh-CN"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限流修复与心跳保活</a:t>
            </a:r>
            <a:endParaRPr lang="zh-CN"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333" t="-5263" r="-8333" b="-5263"/>
          <a:stretch>
            <a:fillRect/>
          </a:stretch>
        </p:blipFill>
        <p:spPr>
          <a:xfrm>
            <a:off x="680720" y="1214120"/>
            <a:ext cx="200025" cy="2000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104900" y="1164431"/>
            <a:ext cx="20574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双层限流冲突修复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7"/>
            </p:custDataLst>
          </p:nvPr>
        </p:nvSpPr>
        <p:spPr>
          <a:xfrm>
            <a:off x="571500" y="3756025"/>
            <a:ext cx="11049000" cy="457200"/>
          </a:xfrm>
          <a:custGeom>
            <a:avLst/>
            <a:gdLst>
              <a:gd name="sw" fmla="*/ 1 w 17400"/>
              <a:gd name="sh" fmla="*/ 1 h 720"/>
              <a:gd name="mins" fmla="min sw sh"/>
              <a:gd name="dsw" fmla="+- 0 sw mins"/>
              <a:gd name="dsh" fmla="+- 0 sh mins"/>
              <a:gd name="p0x0" fmla="*/ 210 w 17400"/>
              <a:gd name="p0y0" fmla="*/ 0 h 720"/>
              <a:gd name="p0x1" fmla="*/ 17190 w 17400"/>
              <a:gd name="p0y1" fmla="*/ 0 h 720"/>
              <a:gd name="p0x2" fmla="*/ 17305 w 17400"/>
              <a:gd name="p0y2" fmla="*/ 0 h 720"/>
              <a:gd name="p0x3" fmla="*/ 17400 w 17400"/>
              <a:gd name="p0y3" fmla="*/ 94 h 720"/>
              <a:gd name="p0x4" fmla="*/ 17400 w 17400"/>
              <a:gd name="p0y4" fmla="*/ 210 h 720"/>
              <a:gd name="p0x5" fmla="*/ 17400 w 17400"/>
              <a:gd name="p0y5" fmla="*/ 510 h 720"/>
              <a:gd name="p0x6" fmla="*/ 17400 w 17400"/>
              <a:gd name="p0y6" fmla="*/ 625 h 720"/>
              <a:gd name="p0x7" fmla="*/ 17305 w 17400"/>
              <a:gd name="p0y7" fmla="*/ 720 h 720"/>
              <a:gd name="p0x8" fmla="*/ 17190 w 17400"/>
              <a:gd name="p0y8" fmla="*/ 720 h 720"/>
              <a:gd name="p0x9" fmla="*/ 210 w 17400"/>
              <a:gd name="p0y9" fmla="*/ 720 h 720"/>
              <a:gd name="p0x10" fmla="*/ 94 w 17400"/>
              <a:gd name="p0y10" fmla="*/ 720 h 720"/>
              <a:gd name="p0x11" fmla="*/ 0 w 17400"/>
              <a:gd name="p0y11" fmla="*/ 625 h 720"/>
              <a:gd name="p0x12" fmla="*/ 0 w 17400"/>
              <a:gd name="p0y12" fmla="*/ 510 h 720"/>
              <a:gd name="p0x13" fmla="*/ 0 w 17400"/>
              <a:gd name="p0y13" fmla="*/ 210 h 720"/>
              <a:gd name="p0x14" fmla="*/ 0 w 17400"/>
              <a:gd name="p0y14" fmla="*/ 94 h 720"/>
              <a:gd name="p0x15" fmla="*/ 94 w 17400"/>
              <a:gd name="p0y15" fmla="*/ 0 h 720"/>
              <a:gd name="p0x16" fmla="*/ 210 w 1740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4E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723900" y="3870941"/>
            <a:ext cx="573070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核心原则：</a:t>
            </a:r>
            <a:r>
              <a:rPr lang="en-US" sz="135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WS</a:t>
            </a:r>
            <a:r>
              <a:rPr lang="zh-CN" altLang="en-US" sz="135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层永远不因限流关闭连接</a:t>
            </a:r>
            <a:r>
              <a:rPr lang="zh-CN" altLang="en-US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；业务限流统一到</a:t>
            </a:r>
            <a:r>
              <a:rPr lang="en-US" altLang="zh-CN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IMService</a:t>
            </a:r>
            <a:r>
              <a:rPr lang="zh-CN" altLang="en-US"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层</a:t>
            </a:r>
            <a:endParaRPr lang="zh-CN" altLang="en-US" sz="1350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575945" y="1642745"/>
            <a:ext cx="5514975" cy="1994535"/>
          </a:xfrm>
          <a:custGeom>
            <a:avLst/>
            <a:gdLst>
              <a:gd name="sw" fmla="*/ 1 w 8685"/>
              <a:gd name="sh" fmla="*/ 1 h 3140"/>
              <a:gd name="mins" fmla="min sw sh"/>
              <a:gd name="dsw" fmla="+- 0 sw mins"/>
              <a:gd name="dsh" fmla="+- 0 sh mins"/>
              <a:gd name="p0x0" fmla="*/ 330 w 8685"/>
              <a:gd name="p0y0" fmla="*/ 0 h 3140"/>
              <a:gd name="p0x1" fmla="*/ 8685 w 8685"/>
              <a:gd name="p0y1" fmla="*/ 0 h 3140"/>
              <a:gd name="p0x2" fmla="*/ 8685 w 8685"/>
              <a:gd name="p0y2" fmla="*/ 3140 h 3140"/>
              <a:gd name="p0x3" fmla="*/ 330 w 8685"/>
              <a:gd name="p0y3" fmla="*/ 3140 h 3140"/>
              <a:gd name="p0x4" fmla="*/ 147 w 8685"/>
              <a:gd name="p0y4" fmla="*/ 3140 h 3140"/>
              <a:gd name="p0x5" fmla="*/ 0 w 8685"/>
              <a:gd name="p0y5" fmla="*/ 2993 h 3140"/>
              <a:gd name="p0x6" fmla="*/ 0 w 8685"/>
              <a:gd name="p0y6" fmla="*/ 2810 h 3140"/>
              <a:gd name="p0x7" fmla="*/ 0 w 8685"/>
              <a:gd name="p0y7" fmla="*/ 330 h 3140"/>
              <a:gd name="p0x8" fmla="*/ 0 w 8685"/>
              <a:gd name="p0y8" fmla="*/ 147 h 3140"/>
              <a:gd name="p0x9" fmla="*/ 147 w 8685"/>
              <a:gd name="p0y9" fmla="*/ 0 h 3140"/>
              <a:gd name="p0x10" fmla="*/ 330 w 8685"/>
              <a:gd name="p0y10" fmla="*/ 0 h 31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cubicBezTo>
                  <a:pt x="p0x4" y="p0y4"/>
                  <a:pt x="p0x5" y="p0y5"/>
                  <a:pt x="p0x6" y="p0y6"/>
                </a:cubicBezTo>
                <a:lnTo>
                  <a:pt x="p0x7" y="p0y7"/>
                </a:lnTo>
                <a:cubicBezTo>
                  <a:pt x="p0x8" y="p0y8"/>
                  <a:pt x="p0x9" y="p0y9"/>
                  <a:pt x="p0x10" y="p0y10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0"/>
            </p:custDataLst>
          </p:nvPr>
        </p:nvSpPr>
        <p:spPr>
          <a:xfrm>
            <a:off x="771525" y="1838325"/>
            <a:ext cx="609600" cy="238125"/>
          </a:xfrm>
          <a:custGeom>
            <a:avLst/>
            <a:gdLst>
              <a:gd name="sw" fmla="*/ 1 w 960"/>
              <a:gd name="sh" fmla="*/ 1 h 375"/>
              <a:gd name="mins" fmla="min sw sh"/>
              <a:gd name="dsw" fmla="+- 0 sw mins"/>
              <a:gd name="dsh" fmla="+- 0 sh mins"/>
              <a:gd name="p0x0" fmla="*/ 90 w 960"/>
              <a:gd name="p0y0" fmla="*/ 0 h 375"/>
              <a:gd name="p0x1" fmla="*/ 870 w 960"/>
              <a:gd name="p0y1" fmla="*/ 0 h 375"/>
              <a:gd name="p0x2" fmla="*/ 919 w 960"/>
              <a:gd name="p0y2" fmla="*/ 0 h 375"/>
              <a:gd name="p0x3" fmla="*/ 960 w 960"/>
              <a:gd name="p0y3" fmla="*/ 40 h 375"/>
              <a:gd name="p0x4" fmla="*/ 960 w 960"/>
              <a:gd name="p0y4" fmla="*/ 90 h 375"/>
              <a:gd name="p0x5" fmla="*/ 960 w 960"/>
              <a:gd name="p0y5" fmla="*/ 285 h 375"/>
              <a:gd name="p0x6" fmla="*/ 960 w 960"/>
              <a:gd name="p0y6" fmla="*/ 334 h 375"/>
              <a:gd name="p0x7" fmla="*/ 919 w 960"/>
              <a:gd name="p0y7" fmla="*/ 375 h 375"/>
              <a:gd name="p0x8" fmla="*/ 870 w 960"/>
              <a:gd name="p0y8" fmla="*/ 375 h 375"/>
              <a:gd name="p0x9" fmla="*/ 90 w 960"/>
              <a:gd name="p0y9" fmla="*/ 375 h 375"/>
              <a:gd name="p0x10" fmla="*/ 40 w 960"/>
              <a:gd name="p0y10" fmla="*/ 375 h 375"/>
              <a:gd name="p0x11" fmla="*/ 0 w 960"/>
              <a:gd name="p0y11" fmla="*/ 334 h 375"/>
              <a:gd name="p0x12" fmla="*/ 0 w 960"/>
              <a:gd name="p0y12" fmla="*/ 285 h 375"/>
              <a:gd name="p0x13" fmla="*/ 0 w 960"/>
              <a:gd name="p0y13" fmla="*/ 90 h 375"/>
              <a:gd name="p0x14" fmla="*/ 0 w 960"/>
              <a:gd name="p0y14" fmla="*/ 40 h 375"/>
              <a:gd name="p0x15" fmla="*/ 40 w 960"/>
              <a:gd name="p0y15" fmla="*/ 0 h 375"/>
              <a:gd name="p0x16" fmla="*/ 90 w 96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847725" y="1857375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修复前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771525" y="219075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WebSocketSession</a:t>
            </a:r>
            <a:r>
              <a:rPr lang="zh-CN"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层</a:t>
            </a:r>
            <a:endParaRPr lang="zh-CN" sz="135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771525" y="2457450"/>
            <a:ext cx="512445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75" b="1" spc="-15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100 req/s</a:t>
            </a:r>
            <a:r>
              <a:rPr lang="en-US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→ </a:t>
            </a:r>
            <a:r>
              <a:rPr lang="zh-CN" altLang="en-US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关闭连接</a:t>
            </a:r>
            <a:endParaRPr lang="zh-CN" altLang="en-US"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771525" y="2670277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IMService</a:t>
            </a:r>
            <a:r>
              <a:rPr lang="zh-CN"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业务层</a:t>
            </a:r>
            <a:endParaRPr lang="zh-CN" sz="135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1525" y="2936977"/>
            <a:ext cx="1338786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75" b="1" spc="-15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3000 msg/s</a:t>
            </a:r>
            <a:endParaRPr sz="1575" b="1" spc="-15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71525" y="3149600"/>
            <a:ext cx="5124450" cy="292735"/>
          </a:xfrm>
          <a:custGeom>
            <a:avLst/>
            <a:gdLst>
              <a:gd name="sw" fmla="*/ 1 w 8070"/>
              <a:gd name="sh" fmla="*/ 1 h 460"/>
              <a:gd name="mins" fmla="min sw sh"/>
              <a:gd name="dsw" fmla="+- 0 sw mins"/>
              <a:gd name="dsh" fmla="+- 0 sh mins"/>
              <a:gd name="p0x0" fmla="*/ 210 w 8070"/>
              <a:gd name="p0y0" fmla="*/ 0 h 460"/>
              <a:gd name="p0x1" fmla="*/ 7860 w 8070"/>
              <a:gd name="p0y1" fmla="*/ 0 h 460"/>
              <a:gd name="p0x2" fmla="*/ 7975 w 8070"/>
              <a:gd name="p0y2" fmla="*/ 0 h 460"/>
              <a:gd name="p0x3" fmla="*/ 8070 w 8070"/>
              <a:gd name="p0y3" fmla="*/ 94 h 460"/>
              <a:gd name="p0x4" fmla="*/ 8070 w 8070"/>
              <a:gd name="p0y4" fmla="*/ 210 h 460"/>
              <a:gd name="p0x5" fmla="*/ 8070 w 8070"/>
              <a:gd name="p0y5" fmla="*/ 250 h 460"/>
              <a:gd name="p0x6" fmla="*/ 8070 w 8070"/>
              <a:gd name="p0y6" fmla="*/ 366 h 460"/>
              <a:gd name="p0x7" fmla="*/ 7975 w 8070"/>
              <a:gd name="p0y7" fmla="*/ 460 h 460"/>
              <a:gd name="p0x8" fmla="*/ 7860 w 8070"/>
              <a:gd name="p0y8" fmla="*/ 460 h 460"/>
              <a:gd name="p0x9" fmla="*/ 210 w 8070"/>
              <a:gd name="p0y9" fmla="*/ 460 h 460"/>
              <a:gd name="p0x10" fmla="*/ 94 w 8070"/>
              <a:gd name="p0y10" fmla="*/ 460 h 460"/>
              <a:gd name="p0x11" fmla="*/ 0 w 8070"/>
              <a:gd name="p0y11" fmla="*/ 366 h 460"/>
              <a:gd name="p0x12" fmla="*/ 0 w 8070"/>
              <a:gd name="p0y12" fmla="*/ 250 h 460"/>
              <a:gd name="p0x13" fmla="*/ 0 w 8070"/>
              <a:gd name="p0y13" fmla="*/ 210 h 460"/>
              <a:gd name="p0x14" fmla="*/ 0 w 8070"/>
              <a:gd name="p0y14" fmla="*/ 94 h 460"/>
              <a:gd name="p0x15" fmla="*/ 94 w 8070"/>
              <a:gd name="p0y15" fmla="*/ 0 h 460"/>
              <a:gd name="p0x16" fmla="*/ 210 w 8070"/>
              <a:gd name="p0y16" fmla="*/ 0 h 4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D9D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885825" y="3226003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73182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错误率</a:t>
            </a:r>
            <a:r>
              <a:rPr lang="en-US" altLang="zh-CN" sz="1350" b="1">
                <a:solidFill>
                  <a:srgbClr val="73182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99.91%</a:t>
            </a:r>
            <a:endParaRPr lang="en-US" altLang="zh-CN" sz="1350" b="1">
              <a:solidFill>
                <a:srgbClr val="73182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6100445" y="1642745"/>
            <a:ext cx="5514975" cy="1994535"/>
          </a:xfrm>
          <a:custGeom>
            <a:avLst/>
            <a:gdLst>
              <a:gd name="sw" fmla="*/ 1 w 8685"/>
              <a:gd name="sh" fmla="*/ 1 h 3140"/>
              <a:gd name="mins" fmla="min sw sh"/>
              <a:gd name="dsw" fmla="+- 0 sw mins"/>
              <a:gd name="dsh" fmla="+- 0 sh mins"/>
              <a:gd name="p0x0" fmla="*/ 0 w 8685"/>
              <a:gd name="p0y0" fmla="*/ 0 h 3140"/>
              <a:gd name="p0x1" fmla="*/ 8355 w 8685"/>
              <a:gd name="p0y1" fmla="*/ 0 h 3140"/>
              <a:gd name="p0x2" fmla="*/ 8537 w 8685"/>
              <a:gd name="p0y2" fmla="*/ 0 h 3140"/>
              <a:gd name="p0x3" fmla="*/ 8685 w 8685"/>
              <a:gd name="p0y3" fmla="*/ 147 h 3140"/>
              <a:gd name="p0x4" fmla="*/ 8685 w 8685"/>
              <a:gd name="p0y4" fmla="*/ 330 h 3140"/>
              <a:gd name="p0x5" fmla="*/ 8685 w 8685"/>
              <a:gd name="p0y5" fmla="*/ 2810 h 3140"/>
              <a:gd name="p0x6" fmla="*/ 8685 w 8685"/>
              <a:gd name="p0y6" fmla="*/ 2993 h 3140"/>
              <a:gd name="p0x7" fmla="*/ 8537 w 8685"/>
              <a:gd name="p0y7" fmla="*/ 3140 h 3140"/>
              <a:gd name="p0x8" fmla="*/ 8355 w 8685"/>
              <a:gd name="p0y8" fmla="*/ 3140 h 3140"/>
              <a:gd name="p0x9" fmla="*/ 0 w 8685"/>
              <a:gd name="p0y9" fmla="*/ 3140 h 3140"/>
              <a:gd name="p0x10" fmla="*/ 0 w 8685"/>
              <a:gd name="p0y10" fmla="*/ 0 h 31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lnTo>
                  <a:pt x="p0x10" y="p0y10"/>
                </a:lnTo>
                <a:close/>
              </a:path>
            </a:pathLst>
          </a:custGeom>
          <a:solidFill>
            <a:srgbClr val="D4E8FF"/>
          </a:solidFill>
          <a:ln w="9525" cmpd="sng">
            <a:solidFill>
              <a:srgbClr val="116CE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6296025" y="1838325"/>
            <a:ext cx="609600" cy="238125"/>
          </a:xfrm>
          <a:custGeom>
            <a:avLst/>
            <a:gdLst>
              <a:gd name="sw" fmla="*/ 1 w 960"/>
              <a:gd name="sh" fmla="*/ 1 h 375"/>
              <a:gd name="mins" fmla="min sw sh"/>
              <a:gd name="dsw" fmla="+- 0 sw mins"/>
              <a:gd name="dsh" fmla="+- 0 sh mins"/>
              <a:gd name="p0x0" fmla="*/ 90 w 960"/>
              <a:gd name="p0y0" fmla="*/ 0 h 375"/>
              <a:gd name="p0x1" fmla="*/ 870 w 960"/>
              <a:gd name="p0y1" fmla="*/ 0 h 375"/>
              <a:gd name="p0x2" fmla="*/ 919 w 960"/>
              <a:gd name="p0y2" fmla="*/ 0 h 375"/>
              <a:gd name="p0x3" fmla="*/ 960 w 960"/>
              <a:gd name="p0y3" fmla="*/ 40 h 375"/>
              <a:gd name="p0x4" fmla="*/ 960 w 960"/>
              <a:gd name="p0y4" fmla="*/ 90 h 375"/>
              <a:gd name="p0x5" fmla="*/ 960 w 960"/>
              <a:gd name="p0y5" fmla="*/ 285 h 375"/>
              <a:gd name="p0x6" fmla="*/ 960 w 960"/>
              <a:gd name="p0y6" fmla="*/ 334 h 375"/>
              <a:gd name="p0x7" fmla="*/ 919 w 960"/>
              <a:gd name="p0y7" fmla="*/ 375 h 375"/>
              <a:gd name="p0x8" fmla="*/ 870 w 960"/>
              <a:gd name="p0y8" fmla="*/ 375 h 375"/>
              <a:gd name="p0x9" fmla="*/ 90 w 960"/>
              <a:gd name="p0y9" fmla="*/ 375 h 375"/>
              <a:gd name="p0x10" fmla="*/ 40 w 960"/>
              <a:gd name="p0y10" fmla="*/ 375 h 375"/>
              <a:gd name="p0x11" fmla="*/ 0 w 960"/>
              <a:gd name="p0y11" fmla="*/ 334 h 375"/>
              <a:gd name="p0x12" fmla="*/ 0 w 960"/>
              <a:gd name="p0y12" fmla="*/ 285 h 375"/>
              <a:gd name="p0x13" fmla="*/ 0 w 960"/>
              <a:gd name="p0y13" fmla="*/ 90 h 375"/>
              <a:gd name="p0x14" fmla="*/ 0 w 960"/>
              <a:gd name="p0y14" fmla="*/ 40 h 375"/>
              <a:gd name="p0x15" fmla="*/ 40 w 960"/>
              <a:gd name="p0y15" fmla="*/ 0 h 375"/>
              <a:gd name="p0x16" fmla="*/ 90 w 96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6372225" y="1857375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修复后</a:t>
            </a:r>
            <a:endParaRPr sz="1200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6296025" y="219075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WebSocketSession</a:t>
            </a:r>
            <a:r>
              <a:rPr 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层</a:t>
            </a:r>
            <a:endParaRPr lang="zh-CN"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6296025" y="2457450"/>
            <a:ext cx="512445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75" b="1" spc="-15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500 req/s</a:t>
            </a:r>
            <a:r>
              <a:rPr lang="en-US" sz="15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→ </a:t>
            </a:r>
            <a:r>
              <a:rPr lang="zh-CN" altLang="en-US" sz="15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丢弃请求，不关连接</a:t>
            </a:r>
            <a:endParaRPr lang="zh-CN" altLang="en-US" sz="15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6296025" y="2670277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IMService</a:t>
            </a:r>
            <a:r>
              <a:rPr lang="zh-CN" sz="135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业务层</a:t>
            </a:r>
            <a:endParaRPr lang="zh-CN" sz="135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6296025" y="2936977"/>
            <a:ext cx="512445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75" b="1" spc="-15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500 msg/s</a:t>
            </a:r>
            <a:r>
              <a:rPr lang="en-US" sz="15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(Redis</a:t>
            </a:r>
            <a:r>
              <a:rPr lang="zh-CN" altLang="en-US" sz="15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滑动窗口</a:t>
            </a:r>
            <a:r>
              <a:rPr lang="en-US" altLang="zh-CN" sz="15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5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6296025" y="3149600"/>
            <a:ext cx="5124450" cy="292735"/>
          </a:xfrm>
          <a:custGeom>
            <a:avLst/>
            <a:gdLst>
              <a:gd name="sw" fmla="*/ 1 w 8070"/>
              <a:gd name="sh" fmla="*/ 1 h 460"/>
              <a:gd name="mins" fmla="min sw sh"/>
              <a:gd name="dsw" fmla="+- 0 sw mins"/>
              <a:gd name="dsh" fmla="+- 0 sh mins"/>
              <a:gd name="p0x0" fmla="*/ 210 w 8070"/>
              <a:gd name="p0y0" fmla="*/ 0 h 460"/>
              <a:gd name="p0x1" fmla="*/ 7860 w 8070"/>
              <a:gd name="p0y1" fmla="*/ 0 h 460"/>
              <a:gd name="p0x2" fmla="*/ 7975 w 8070"/>
              <a:gd name="p0y2" fmla="*/ 0 h 460"/>
              <a:gd name="p0x3" fmla="*/ 8070 w 8070"/>
              <a:gd name="p0y3" fmla="*/ 94 h 460"/>
              <a:gd name="p0x4" fmla="*/ 8070 w 8070"/>
              <a:gd name="p0y4" fmla="*/ 210 h 460"/>
              <a:gd name="p0x5" fmla="*/ 8070 w 8070"/>
              <a:gd name="p0y5" fmla="*/ 250 h 460"/>
              <a:gd name="p0x6" fmla="*/ 8070 w 8070"/>
              <a:gd name="p0y6" fmla="*/ 366 h 460"/>
              <a:gd name="p0x7" fmla="*/ 7975 w 8070"/>
              <a:gd name="p0y7" fmla="*/ 460 h 460"/>
              <a:gd name="p0x8" fmla="*/ 7860 w 8070"/>
              <a:gd name="p0y8" fmla="*/ 460 h 460"/>
              <a:gd name="p0x9" fmla="*/ 210 w 8070"/>
              <a:gd name="p0y9" fmla="*/ 460 h 460"/>
              <a:gd name="p0x10" fmla="*/ 94 w 8070"/>
              <a:gd name="p0y10" fmla="*/ 460 h 460"/>
              <a:gd name="p0x11" fmla="*/ 0 w 8070"/>
              <a:gd name="p0y11" fmla="*/ 366 h 460"/>
              <a:gd name="p0x12" fmla="*/ 0 w 8070"/>
              <a:gd name="p0y12" fmla="*/ 250 h 460"/>
              <a:gd name="p0x13" fmla="*/ 0 w 8070"/>
              <a:gd name="p0y13" fmla="*/ 210 h 460"/>
              <a:gd name="p0x14" fmla="*/ 0 w 8070"/>
              <a:gd name="p0y14" fmla="*/ 94 h 460"/>
              <a:gd name="p0x15" fmla="*/ 94 w 8070"/>
              <a:gd name="p0y15" fmla="*/ 0 h 460"/>
              <a:gd name="p0x16" fmla="*/ 210 w 8070"/>
              <a:gd name="p0y16" fmla="*/ 0 h 4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6410325" y="3226003"/>
            <a:ext cx="48958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错误率</a:t>
            </a:r>
            <a:r>
              <a:rPr lang="en-US" altLang="zh-CN" sz="1350" b="1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0.00%</a:t>
            </a:r>
            <a:endParaRPr lang="en-US" altLang="zh-CN" sz="1350" b="1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7"/>
            </p:custDataLst>
          </p:nvPr>
        </p:nvSpPr>
        <p:spPr>
          <a:xfrm>
            <a:off x="575945" y="4408805"/>
            <a:ext cx="5419725" cy="2063115"/>
          </a:xfrm>
          <a:custGeom>
            <a:avLst/>
            <a:gdLst>
              <a:gd name="sw" fmla="*/ 1 w 8535"/>
              <a:gd name="sh" fmla="*/ 1 h 3249"/>
              <a:gd name="mins" fmla="min sw sh"/>
              <a:gd name="dsw" fmla="+- 0 sw mins"/>
              <a:gd name="dsh" fmla="+- 0 sh mins"/>
              <a:gd name="p0x0" fmla="*/ 330 w 8535"/>
              <a:gd name="p0y0" fmla="*/ 0 h 3249"/>
              <a:gd name="p0x1" fmla="*/ 8205 w 8535"/>
              <a:gd name="p0y1" fmla="*/ 0 h 3249"/>
              <a:gd name="p0x2" fmla="*/ 8387 w 8535"/>
              <a:gd name="p0y2" fmla="*/ 0 h 3249"/>
              <a:gd name="p0x3" fmla="*/ 8535 w 8535"/>
              <a:gd name="p0y3" fmla="*/ 147 h 3249"/>
              <a:gd name="p0x4" fmla="*/ 8535 w 8535"/>
              <a:gd name="p0y4" fmla="*/ 330 h 3249"/>
              <a:gd name="p0x5" fmla="*/ 8535 w 8535"/>
              <a:gd name="p0y5" fmla="*/ 2919 h 3249"/>
              <a:gd name="p0x6" fmla="*/ 8535 w 8535"/>
              <a:gd name="p0y6" fmla="*/ 3101 h 3249"/>
              <a:gd name="p0x7" fmla="*/ 8387 w 8535"/>
              <a:gd name="p0y7" fmla="*/ 3249 h 3249"/>
              <a:gd name="p0x8" fmla="*/ 8205 w 8535"/>
              <a:gd name="p0y8" fmla="*/ 3249 h 3249"/>
              <a:gd name="p0x9" fmla="*/ 330 w 8535"/>
              <a:gd name="p0y9" fmla="*/ 3249 h 3249"/>
              <a:gd name="p0x10" fmla="*/ 147 w 8535"/>
              <a:gd name="p0y10" fmla="*/ 3249 h 3249"/>
              <a:gd name="p0x11" fmla="*/ 0 w 8535"/>
              <a:gd name="p0y11" fmla="*/ 3101 h 3249"/>
              <a:gd name="p0x12" fmla="*/ 0 w 8535"/>
              <a:gd name="p0y12" fmla="*/ 2919 h 3249"/>
              <a:gd name="p0x13" fmla="*/ 0 w 8535"/>
              <a:gd name="p0y13" fmla="*/ 330 h 3249"/>
              <a:gd name="p0x14" fmla="*/ 0 w 8535"/>
              <a:gd name="p0y14" fmla="*/ 147 h 3249"/>
              <a:gd name="p0x15" fmla="*/ 147 w 8535"/>
              <a:gd name="p0y15" fmla="*/ 0 h 3249"/>
              <a:gd name="p0x16" fmla="*/ 330 w 8535"/>
              <a:gd name="p0y16" fmla="*/ 0 h 3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771525" y="4603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2500" t="-11765" r="-2500" b="-11765"/>
          <a:stretch>
            <a:fillRect/>
          </a:stretch>
        </p:blipFill>
        <p:spPr>
          <a:xfrm>
            <a:off x="880745" y="4713605"/>
            <a:ext cx="200025" cy="20002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32"/>
            </p:custDataLst>
          </p:nvPr>
        </p:nvSpPr>
        <p:spPr>
          <a:xfrm>
            <a:off x="1304925" y="4663897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心跳时序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3"/>
            </p:custDataLst>
          </p:nvPr>
        </p:nvSpPr>
        <p:spPr>
          <a:xfrm>
            <a:off x="993140" y="5126355"/>
            <a:ext cx="1066800" cy="819150"/>
          </a:xfrm>
          <a:custGeom>
            <a:avLst/>
            <a:gdLst>
              <a:gd name="sw" fmla="*/ 1 w 1680"/>
              <a:gd name="sh" fmla="*/ 1 h 1290"/>
              <a:gd name="mins" fmla="min sw sh"/>
              <a:gd name="dsw" fmla="+- 0 sw mins"/>
              <a:gd name="dsh" fmla="+- 0 sh mins"/>
              <a:gd name="p0x0" fmla="*/ 330 w 1680"/>
              <a:gd name="p0y0" fmla="*/ 0 h 1290"/>
              <a:gd name="p0x1" fmla="*/ 1350 w 1680"/>
              <a:gd name="p0y1" fmla="*/ 0 h 1290"/>
              <a:gd name="p0x2" fmla="*/ 1532 w 1680"/>
              <a:gd name="p0y2" fmla="*/ 0 h 1290"/>
              <a:gd name="p0x3" fmla="*/ 1680 w 1680"/>
              <a:gd name="p0y3" fmla="*/ 147 h 1290"/>
              <a:gd name="p0x4" fmla="*/ 1680 w 1680"/>
              <a:gd name="p0y4" fmla="*/ 330 h 1290"/>
              <a:gd name="p0x5" fmla="*/ 1680 w 1680"/>
              <a:gd name="p0y5" fmla="*/ 960 h 1290"/>
              <a:gd name="p0x6" fmla="*/ 1680 w 1680"/>
              <a:gd name="p0y6" fmla="*/ 1142 h 1290"/>
              <a:gd name="p0x7" fmla="*/ 1532 w 1680"/>
              <a:gd name="p0y7" fmla="*/ 1290 h 1290"/>
              <a:gd name="p0x8" fmla="*/ 1350 w 1680"/>
              <a:gd name="p0y8" fmla="*/ 1290 h 1290"/>
              <a:gd name="p0x9" fmla="*/ 330 w 1680"/>
              <a:gd name="p0y9" fmla="*/ 1290 h 1290"/>
              <a:gd name="p0x10" fmla="*/ 147 w 1680"/>
              <a:gd name="p0y10" fmla="*/ 1290 h 1290"/>
              <a:gd name="p0x11" fmla="*/ 0 w 1680"/>
              <a:gd name="p0y11" fmla="*/ 1142 h 1290"/>
              <a:gd name="p0x12" fmla="*/ 0 w 1680"/>
              <a:gd name="p0y12" fmla="*/ 960 h 1290"/>
              <a:gd name="p0x13" fmla="*/ 0 w 1680"/>
              <a:gd name="p0y13" fmla="*/ 330 h 1290"/>
              <a:gd name="p0x14" fmla="*/ 0 w 1680"/>
              <a:gd name="p0y14" fmla="*/ 147 h 1290"/>
              <a:gd name="p0x15" fmla="*/ 147 w 1680"/>
              <a:gd name="p0y15" fmla="*/ 0 h 1290"/>
              <a:gd name="p0x16" fmla="*/ 330 w 168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1290714" y="5240684"/>
            <a:ext cx="73878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30s</a:t>
            </a:r>
            <a:endParaRPr sz="21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5"/>
            </p:custDataLst>
          </p:nvPr>
        </p:nvSpPr>
        <p:spPr>
          <a:xfrm>
            <a:off x="1145753" y="5631209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客户端心跳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6"/>
            </p:custDataLst>
          </p:nvPr>
        </p:nvSpPr>
        <p:spPr>
          <a:xfrm>
            <a:off x="2396357" y="5409676"/>
            <a:ext cx="2642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/</a:t>
            </a:r>
            <a:endParaRPr sz="15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7"/>
            </p:custDataLst>
          </p:nvPr>
        </p:nvSpPr>
        <p:spPr>
          <a:xfrm>
            <a:off x="2806065" y="5126355"/>
            <a:ext cx="1066800" cy="819150"/>
          </a:xfrm>
          <a:custGeom>
            <a:avLst/>
            <a:gdLst>
              <a:gd name="sw" fmla="*/ 1 w 1680"/>
              <a:gd name="sh" fmla="*/ 1 h 1290"/>
              <a:gd name="mins" fmla="min sw sh"/>
              <a:gd name="dsw" fmla="+- 0 sw mins"/>
              <a:gd name="dsh" fmla="+- 0 sh mins"/>
              <a:gd name="p0x0" fmla="*/ 330 w 1680"/>
              <a:gd name="p0y0" fmla="*/ 0 h 1290"/>
              <a:gd name="p0x1" fmla="*/ 1350 w 1680"/>
              <a:gd name="p0y1" fmla="*/ 0 h 1290"/>
              <a:gd name="p0x2" fmla="*/ 1532 w 1680"/>
              <a:gd name="p0y2" fmla="*/ 0 h 1290"/>
              <a:gd name="p0x3" fmla="*/ 1680 w 1680"/>
              <a:gd name="p0y3" fmla="*/ 147 h 1290"/>
              <a:gd name="p0x4" fmla="*/ 1680 w 1680"/>
              <a:gd name="p0y4" fmla="*/ 330 h 1290"/>
              <a:gd name="p0x5" fmla="*/ 1680 w 1680"/>
              <a:gd name="p0y5" fmla="*/ 960 h 1290"/>
              <a:gd name="p0x6" fmla="*/ 1680 w 1680"/>
              <a:gd name="p0y6" fmla="*/ 1142 h 1290"/>
              <a:gd name="p0x7" fmla="*/ 1532 w 1680"/>
              <a:gd name="p0y7" fmla="*/ 1290 h 1290"/>
              <a:gd name="p0x8" fmla="*/ 1350 w 1680"/>
              <a:gd name="p0y8" fmla="*/ 1290 h 1290"/>
              <a:gd name="p0x9" fmla="*/ 330 w 1680"/>
              <a:gd name="p0y9" fmla="*/ 1290 h 1290"/>
              <a:gd name="p0x10" fmla="*/ 147 w 1680"/>
              <a:gd name="p0y10" fmla="*/ 1290 h 1290"/>
              <a:gd name="p0x11" fmla="*/ 0 w 1680"/>
              <a:gd name="p0y11" fmla="*/ 1142 h 1290"/>
              <a:gd name="p0x12" fmla="*/ 0 w 1680"/>
              <a:gd name="p0y12" fmla="*/ 960 h 1290"/>
              <a:gd name="p0x13" fmla="*/ 0 w 1680"/>
              <a:gd name="p0y13" fmla="*/ 330 h 1290"/>
              <a:gd name="p0x14" fmla="*/ 0 w 1680"/>
              <a:gd name="p0y14" fmla="*/ 147 h 1290"/>
              <a:gd name="p0x15" fmla="*/ 147 w 1680"/>
              <a:gd name="p0y15" fmla="*/ 0 h 1290"/>
              <a:gd name="p0x16" fmla="*/ 330 w 168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8"/>
            </p:custDataLst>
          </p:nvPr>
        </p:nvSpPr>
        <p:spPr>
          <a:xfrm>
            <a:off x="3020387" y="5240684"/>
            <a:ext cx="905247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120s</a:t>
            </a:r>
            <a:endParaRPr sz="21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9"/>
            </p:custDataLst>
          </p:nvPr>
        </p:nvSpPr>
        <p:spPr>
          <a:xfrm>
            <a:off x="2958627" y="5631209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服务端超时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0"/>
            </p:custDataLst>
          </p:nvPr>
        </p:nvSpPr>
        <p:spPr>
          <a:xfrm>
            <a:off x="4209231" y="5409676"/>
            <a:ext cx="30941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=</a:t>
            </a:r>
            <a:endParaRPr sz="15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1"/>
            </p:custDataLst>
          </p:nvPr>
        </p:nvSpPr>
        <p:spPr>
          <a:xfrm>
            <a:off x="4664075" y="5126355"/>
            <a:ext cx="914400" cy="819150"/>
          </a:xfrm>
          <a:custGeom>
            <a:avLst/>
            <a:gdLst>
              <a:gd name="sw" fmla="*/ 1 w 1440"/>
              <a:gd name="sh" fmla="*/ 1 h 1290"/>
              <a:gd name="mins" fmla="min sw sh"/>
              <a:gd name="dsw" fmla="+- 0 sw mins"/>
              <a:gd name="dsh" fmla="+- 0 sh mins"/>
              <a:gd name="p0x0" fmla="*/ 330 w 1440"/>
              <a:gd name="p0y0" fmla="*/ 0 h 1290"/>
              <a:gd name="p0x1" fmla="*/ 1110 w 1440"/>
              <a:gd name="p0y1" fmla="*/ 0 h 1290"/>
              <a:gd name="p0x2" fmla="*/ 1292 w 1440"/>
              <a:gd name="p0y2" fmla="*/ 0 h 1290"/>
              <a:gd name="p0x3" fmla="*/ 1440 w 1440"/>
              <a:gd name="p0y3" fmla="*/ 147 h 1290"/>
              <a:gd name="p0x4" fmla="*/ 1440 w 1440"/>
              <a:gd name="p0y4" fmla="*/ 330 h 1290"/>
              <a:gd name="p0x5" fmla="*/ 1440 w 1440"/>
              <a:gd name="p0y5" fmla="*/ 960 h 1290"/>
              <a:gd name="p0x6" fmla="*/ 1440 w 1440"/>
              <a:gd name="p0y6" fmla="*/ 1142 h 1290"/>
              <a:gd name="p0x7" fmla="*/ 1292 w 1440"/>
              <a:gd name="p0y7" fmla="*/ 1290 h 1290"/>
              <a:gd name="p0x8" fmla="*/ 1110 w 1440"/>
              <a:gd name="p0y8" fmla="*/ 1290 h 1290"/>
              <a:gd name="p0x9" fmla="*/ 330 w 1440"/>
              <a:gd name="p0y9" fmla="*/ 1290 h 1290"/>
              <a:gd name="p0x10" fmla="*/ 147 w 1440"/>
              <a:gd name="p0y10" fmla="*/ 1290 h 1290"/>
              <a:gd name="p0x11" fmla="*/ 0 w 1440"/>
              <a:gd name="p0y11" fmla="*/ 1142 h 1290"/>
              <a:gd name="p0x12" fmla="*/ 0 w 1440"/>
              <a:gd name="p0y12" fmla="*/ 960 h 1290"/>
              <a:gd name="p0x13" fmla="*/ 0 w 1440"/>
              <a:gd name="p0y13" fmla="*/ 330 h 1290"/>
              <a:gd name="p0x14" fmla="*/ 0 w 1440"/>
              <a:gd name="p0y14" fmla="*/ 147 h 1290"/>
              <a:gd name="p0x15" fmla="*/ 147 w 1440"/>
              <a:gd name="p0y15" fmla="*/ 0 h 1290"/>
              <a:gd name="p0x16" fmla="*/ 330 w 144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4E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2"/>
            </p:custDataLst>
          </p:nvPr>
        </p:nvSpPr>
        <p:spPr>
          <a:xfrm>
            <a:off x="4904937" y="5240684"/>
            <a:ext cx="6998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4</a:t>
            </a:r>
            <a:r>
              <a:rPr lang="zh-CN" sz="210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</a:t>
            </a:r>
            <a:endParaRPr lang="zh-CN" sz="210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3"/>
            </p:custDataLst>
          </p:nvPr>
        </p:nvSpPr>
        <p:spPr>
          <a:xfrm>
            <a:off x="4816678" y="563120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安全窗口</a:t>
            </a:r>
            <a:endParaRPr sz="1200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4"/>
            </p:custDataLst>
          </p:nvPr>
        </p:nvSpPr>
        <p:spPr>
          <a:xfrm>
            <a:off x="1272997" y="6048375"/>
            <a:ext cx="402617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任一次成功即续期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Redis TTL + 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重置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Netty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读超时</a:t>
            </a:r>
            <a:endParaRPr lang="zh-CN" altLang="en-US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5"/>
            </p:custDataLst>
          </p:nvPr>
        </p:nvSpPr>
        <p:spPr>
          <a:xfrm>
            <a:off x="6195695" y="4408805"/>
            <a:ext cx="5419725" cy="2063115"/>
          </a:xfrm>
          <a:custGeom>
            <a:avLst/>
            <a:gdLst>
              <a:gd name="sw" fmla="*/ 1 w 8535"/>
              <a:gd name="sh" fmla="*/ 1 h 3249"/>
              <a:gd name="mins" fmla="min sw sh"/>
              <a:gd name="dsw" fmla="+- 0 sw mins"/>
              <a:gd name="dsh" fmla="+- 0 sh mins"/>
              <a:gd name="p0x0" fmla="*/ 330 w 8535"/>
              <a:gd name="p0y0" fmla="*/ 0 h 3249"/>
              <a:gd name="p0x1" fmla="*/ 8205 w 8535"/>
              <a:gd name="p0y1" fmla="*/ 0 h 3249"/>
              <a:gd name="p0x2" fmla="*/ 8387 w 8535"/>
              <a:gd name="p0y2" fmla="*/ 0 h 3249"/>
              <a:gd name="p0x3" fmla="*/ 8535 w 8535"/>
              <a:gd name="p0y3" fmla="*/ 147 h 3249"/>
              <a:gd name="p0x4" fmla="*/ 8535 w 8535"/>
              <a:gd name="p0y4" fmla="*/ 330 h 3249"/>
              <a:gd name="p0x5" fmla="*/ 8535 w 8535"/>
              <a:gd name="p0y5" fmla="*/ 2919 h 3249"/>
              <a:gd name="p0x6" fmla="*/ 8535 w 8535"/>
              <a:gd name="p0y6" fmla="*/ 3101 h 3249"/>
              <a:gd name="p0x7" fmla="*/ 8387 w 8535"/>
              <a:gd name="p0y7" fmla="*/ 3249 h 3249"/>
              <a:gd name="p0x8" fmla="*/ 8205 w 8535"/>
              <a:gd name="p0y8" fmla="*/ 3249 h 3249"/>
              <a:gd name="p0x9" fmla="*/ 330 w 8535"/>
              <a:gd name="p0y9" fmla="*/ 3249 h 3249"/>
              <a:gd name="p0x10" fmla="*/ 147 w 8535"/>
              <a:gd name="p0y10" fmla="*/ 3249 h 3249"/>
              <a:gd name="p0x11" fmla="*/ 0 w 8535"/>
              <a:gd name="p0y11" fmla="*/ 3101 h 3249"/>
              <a:gd name="p0x12" fmla="*/ 0 w 8535"/>
              <a:gd name="p0y12" fmla="*/ 2919 h 3249"/>
              <a:gd name="p0x13" fmla="*/ 0 w 8535"/>
              <a:gd name="p0y13" fmla="*/ 330 h 3249"/>
              <a:gd name="p0x14" fmla="*/ 0 w 8535"/>
              <a:gd name="p0y14" fmla="*/ 147 h 3249"/>
              <a:gd name="p0x15" fmla="*/ 147 w 8535"/>
              <a:gd name="p0y15" fmla="*/ 0 h 3249"/>
              <a:gd name="p0x16" fmla="*/ 330 w 8535"/>
              <a:gd name="p0y16" fmla="*/ 0 h 3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46"/>
            </p:custDataLst>
          </p:nvPr>
        </p:nvSpPr>
        <p:spPr>
          <a:xfrm>
            <a:off x="6391275" y="4603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500" t="-2500" r="-2500" b="-2500"/>
          <a:stretch>
            <a:fillRect/>
          </a:stretch>
        </p:blipFill>
        <p:spPr>
          <a:xfrm>
            <a:off x="6500495" y="4713605"/>
            <a:ext cx="200025" cy="200025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50"/>
            </p:custDataLst>
          </p:nvPr>
        </p:nvSpPr>
        <p:spPr>
          <a:xfrm>
            <a:off x="6924675" y="4663897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断线重连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51"/>
            </p:custDataLst>
          </p:nvPr>
        </p:nvSpPr>
        <p:spPr>
          <a:xfrm>
            <a:off x="6904990" y="5126355"/>
            <a:ext cx="914400" cy="819150"/>
          </a:xfrm>
          <a:custGeom>
            <a:avLst/>
            <a:gdLst>
              <a:gd name="sw" fmla="*/ 1 w 1440"/>
              <a:gd name="sh" fmla="*/ 1 h 1290"/>
              <a:gd name="mins" fmla="min sw sh"/>
              <a:gd name="dsw" fmla="+- 0 sw mins"/>
              <a:gd name="dsh" fmla="+- 0 sh mins"/>
              <a:gd name="p0x0" fmla="*/ 330 w 1440"/>
              <a:gd name="p0y0" fmla="*/ 0 h 1290"/>
              <a:gd name="p0x1" fmla="*/ 1110 w 1440"/>
              <a:gd name="p0y1" fmla="*/ 0 h 1290"/>
              <a:gd name="p0x2" fmla="*/ 1292 w 1440"/>
              <a:gd name="p0y2" fmla="*/ 0 h 1290"/>
              <a:gd name="p0x3" fmla="*/ 1440 w 1440"/>
              <a:gd name="p0y3" fmla="*/ 147 h 1290"/>
              <a:gd name="p0x4" fmla="*/ 1440 w 1440"/>
              <a:gd name="p0y4" fmla="*/ 330 h 1290"/>
              <a:gd name="p0x5" fmla="*/ 1440 w 1440"/>
              <a:gd name="p0y5" fmla="*/ 960 h 1290"/>
              <a:gd name="p0x6" fmla="*/ 1440 w 1440"/>
              <a:gd name="p0y6" fmla="*/ 1142 h 1290"/>
              <a:gd name="p0x7" fmla="*/ 1292 w 1440"/>
              <a:gd name="p0y7" fmla="*/ 1290 h 1290"/>
              <a:gd name="p0x8" fmla="*/ 1110 w 1440"/>
              <a:gd name="p0y8" fmla="*/ 1290 h 1290"/>
              <a:gd name="p0x9" fmla="*/ 330 w 1440"/>
              <a:gd name="p0y9" fmla="*/ 1290 h 1290"/>
              <a:gd name="p0x10" fmla="*/ 147 w 1440"/>
              <a:gd name="p0y10" fmla="*/ 1290 h 1290"/>
              <a:gd name="p0x11" fmla="*/ 0 w 1440"/>
              <a:gd name="p0y11" fmla="*/ 1142 h 1290"/>
              <a:gd name="p0x12" fmla="*/ 0 w 1440"/>
              <a:gd name="p0y12" fmla="*/ 960 h 1290"/>
              <a:gd name="p0x13" fmla="*/ 0 w 1440"/>
              <a:gd name="p0y13" fmla="*/ 330 h 1290"/>
              <a:gd name="p0x14" fmla="*/ 0 w 1440"/>
              <a:gd name="p0y14" fmla="*/ 147 h 1290"/>
              <a:gd name="p0x15" fmla="*/ 147 w 1440"/>
              <a:gd name="p0y15" fmla="*/ 0 h 1290"/>
              <a:gd name="p0x16" fmla="*/ 330 w 144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52"/>
            </p:custDataLst>
          </p:nvPr>
        </p:nvSpPr>
        <p:spPr>
          <a:xfrm>
            <a:off x="7146207" y="5240684"/>
            <a:ext cx="6998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5</a:t>
            </a:r>
            <a:r>
              <a:rPr lang="zh-CN"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次</a:t>
            </a:r>
            <a:endParaRPr lang="zh-CN"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53"/>
            </p:custDataLst>
          </p:nvPr>
        </p:nvSpPr>
        <p:spPr>
          <a:xfrm>
            <a:off x="7057949" y="563120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最大重连</a:t>
            </a:r>
            <a:endParaRPr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54"/>
            </p:custDataLst>
          </p:nvPr>
        </p:nvSpPr>
        <p:spPr>
          <a:xfrm>
            <a:off x="8448040" y="5126355"/>
            <a:ext cx="914400" cy="819150"/>
          </a:xfrm>
          <a:custGeom>
            <a:avLst/>
            <a:gdLst>
              <a:gd name="sw" fmla="*/ 1 w 1440"/>
              <a:gd name="sh" fmla="*/ 1 h 1290"/>
              <a:gd name="mins" fmla="min sw sh"/>
              <a:gd name="dsw" fmla="+- 0 sw mins"/>
              <a:gd name="dsh" fmla="+- 0 sh mins"/>
              <a:gd name="p0x0" fmla="*/ 330 w 1440"/>
              <a:gd name="p0y0" fmla="*/ 0 h 1290"/>
              <a:gd name="p0x1" fmla="*/ 1110 w 1440"/>
              <a:gd name="p0y1" fmla="*/ 0 h 1290"/>
              <a:gd name="p0x2" fmla="*/ 1292 w 1440"/>
              <a:gd name="p0y2" fmla="*/ 0 h 1290"/>
              <a:gd name="p0x3" fmla="*/ 1440 w 1440"/>
              <a:gd name="p0y3" fmla="*/ 147 h 1290"/>
              <a:gd name="p0x4" fmla="*/ 1440 w 1440"/>
              <a:gd name="p0y4" fmla="*/ 330 h 1290"/>
              <a:gd name="p0x5" fmla="*/ 1440 w 1440"/>
              <a:gd name="p0y5" fmla="*/ 960 h 1290"/>
              <a:gd name="p0x6" fmla="*/ 1440 w 1440"/>
              <a:gd name="p0y6" fmla="*/ 1142 h 1290"/>
              <a:gd name="p0x7" fmla="*/ 1292 w 1440"/>
              <a:gd name="p0y7" fmla="*/ 1290 h 1290"/>
              <a:gd name="p0x8" fmla="*/ 1110 w 1440"/>
              <a:gd name="p0y8" fmla="*/ 1290 h 1290"/>
              <a:gd name="p0x9" fmla="*/ 330 w 1440"/>
              <a:gd name="p0y9" fmla="*/ 1290 h 1290"/>
              <a:gd name="p0x10" fmla="*/ 147 w 1440"/>
              <a:gd name="p0y10" fmla="*/ 1290 h 1290"/>
              <a:gd name="p0x11" fmla="*/ 0 w 1440"/>
              <a:gd name="p0y11" fmla="*/ 1142 h 1290"/>
              <a:gd name="p0x12" fmla="*/ 0 w 1440"/>
              <a:gd name="p0y12" fmla="*/ 960 h 1290"/>
              <a:gd name="p0x13" fmla="*/ 0 w 1440"/>
              <a:gd name="p0y13" fmla="*/ 330 h 1290"/>
              <a:gd name="p0x14" fmla="*/ 0 w 1440"/>
              <a:gd name="p0y14" fmla="*/ 147 h 1290"/>
              <a:gd name="p0x15" fmla="*/ 147 w 1440"/>
              <a:gd name="p0y15" fmla="*/ 0 h 1290"/>
              <a:gd name="p0x16" fmla="*/ 330 w 144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5"/>
            </p:custDataLst>
          </p:nvPr>
        </p:nvSpPr>
        <p:spPr>
          <a:xfrm>
            <a:off x="8752951" y="5240684"/>
            <a:ext cx="57239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3s</a:t>
            </a:r>
            <a:endParaRPr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56"/>
            </p:custDataLst>
          </p:nvPr>
        </p:nvSpPr>
        <p:spPr>
          <a:xfrm>
            <a:off x="8600999" y="563120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重连间隔</a:t>
            </a:r>
            <a:endParaRPr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57"/>
            </p:custDataLst>
          </p:nvPr>
        </p:nvSpPr>
        <p:spPr>
          <a:xfrm>
            <a:off x="9991090" y="5126355"/>
            <a:ext cx="914400" cy="819150"/>
          </a:xfrm>
          <a:custGeom>
            <a:avLst/>
            <a:gdLst>
              <a:gd name="sw" fmla="*/ 1 w 1440"/>
              <a:gd name="sh" fmla="*/ 1 h 1290"/>
              <a:gd name="mins" fmla="min sw sh"/>
              <a:gd name="dsw" fmla="+- 0 sw mins"/>
              <a:gd name="dsh" fmla="+- 0 sh mins"/>
              <a:gd name="p0x0" fmla="*/ 330 w 1440"/>
              <a:gd name="p0y0" fmla="*/ 0 h 1290"/>
              <a:gd name="p0x1" fmla="*/ 1110 w 1440"/>
              <a:gd name="p0y1" fmla="*/ 0 h 1290"/>
              <a:gd name="p0x2" fmla="*/ 1292 w 1440"/>
              <a:gd name="p0y2" fmla="*/ 0 h 1290"/>
              <a:gd name="p0x3" fmla="*/ 1440 w 1440"/>
              <a:gd name="p0y3" fmla="*/ 147 h 1290"/>
              <a:gd name="p0x4" fmla="*/ 1440 w 1440"/>
              <a:gd name="p0y4" fmla="*/ 330 h 1290"/>
              <a:gd name="p0x5" fmla="*/ 1440 w 1440"/>
              <a:gd name="p0y5" fmla="*/ 960 h 1290"/>
              <a:gd name="p0x6" fmla="*/ 1440 w 1440"/>
              <a:gd name="p0y6" fmla="*/ 1142 h 1290"/>
              <a:gd name="p0x7" fmla="*/ 1292 w 1440"/>
              <a:gd name="p0y7" fmla="*/ 1290 h 1290"/>
              <a:gd name="p0x8" fmla="*/ 1110 w 1440"/>
              <a:gd name="p0y8" fmla="*/ 1290 h 1290"/>
              <a:gd name="p0x9" fmla="*/ 330 w 1440"/>
              <a:gd name="p0y9" fmla="*/ 1290 h 1290"/>
              <a:gd name="p0x10" fmla="*/ 147 w 1440"/>
              <a:gd name="p0y10" fmla="*/ 1290 h 1290"/>
              <a:gd name="p0x11" fmla="*/ 0 w 1440"/>
              <a:gd name="p0y11" fmla="*/ 1142 h 1290"/>
              <a:gd name="p0x12" fmla="*/ 0 w 1440"/>
              <a:gd name="p0y12" fmla="*/ 960 h 1290"/>
              <a:gd name="p0x13" fmla="*/ 0 w 1440"/>
              <a:gd name="p0y13" fmla="*/ 330 h 1290"/>
              <a:gd name="p0x14" fmla="*/ 0 w 1440"/>
              <a:gd name="p0y14" fmla="*/ 147 h 1290"/>
              <a:gd name="p0x15" fmla="*/ 147 w 1440"/>
              <a:gd name="p0y15" fmla="*/ 0 h 1290"/>
              <a:gd name="p0x16" fmla="*/ 330 w 144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58"/>
            </p:custDataLst>
          </p:nvPr>
        </p:nvSpPr>
        <p:spPr>
          <a:xfrm>
            <a:off x="10182149" y="5240684"/>
            <a:ext cx="8001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游标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9"/>
            </p:custDataLst>
          </p:nvPr>
        </p:nvSpPr>
        <p:spPr>
          <a:xfrm>
            <a:off x="10144049" y="563120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增量补齐</a:t>
            </a:r>
            <a:endParaRPr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60"/>
            </p:custDataLst>
          </p:nvPr>
        </p:nvSpPr>
        <p:spPr>
          <a:xfrm>
            <a:off x="7362749" y="6048375"/>
            <a:ext cx="30861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前端自动重连，基于游标补齐断线消息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61"/>
            </p:custDataLst>
          </p:nvPr>
        </p:nvSpPr>
        <p:spPr>
          <a:xfrm>
            <a:off x="5867400" y="241109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360 w 720"/>
              <a:gd name="p0y0" fmla="*/ 0 h 720"/>
              <a:gd name="p0x1" fmla="*/ 558 w 720"/>
              <a:gd name="p0y1" fmla="*/ 0 h 720"/>
              <a:gd name="p0x2" fmla="*/ 720 w 720"/>
              <a:gd name="p0y2" fmla="*/ 161 h 720"/>
              <a:gd name="p0x3" fmla="*/ 720 w 720"/>
              <a:gd name="p0y3" fmla="*/ 360 h 720"/>
              <a:gd name="p0x4" fmla="*/ 720 w 720"/>
              <a:gd name="p0y4" fmla="*/ 558 h 720"/>
              <a:gd name="p0x5" fmla="*/ 558 w 720"/>
              <a:gd name="p0y5" fmla="*/ 720 h 720"/>
              <a:gd name="p0x6" fmla="*/ 360 w 720"/>
              <a:gd name="p0y6" fmla="*/ 720 h 720"/>
              <a:gd name="p0x7" fmla="*/ 161 w 720"/>
              <a:gd name="p0y7" fmla="*/ 720 h 720"/>
              <a:gd name="p0x8" fmla="*/ 0 w 720"/>
              <a:gd name="p0y8" fmla="*/ 558 h 720"/>
              <a:gd name="p0x9" fmla="*/ 0 w 720"/>
              <a:gd name="p0y9" fmla="*/ 360 h 720"/>
              <a:gd name="p0x10" fmla="*/ 0 w 720"/>
              <a:gd name="p0y10" fmla="*/ 161 h 720"/>
              <a:gd name="p0x11" fmla="*/ 161 w 720"/>
              <a:gd name="p0y11" fmla="*/ 0 h 720"/>
              <a:gd name="p0x12" fmla="*/ 360 w 720"/>
              <a:gd name="p0y12" fmla="*/ 0 h 7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116CEE"/>
          </a:solidFill>
          <a:ln>
            <a:noFill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62"/>
            </p:custDataLst>
          </p:nvPr>
        </p:nvSpPr>
        <p:spPr>
          <a:xfrm>
            <a:off x="6000750" y="2513965"/>
            <a:ext cx="38100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→</a:t>
            </a:r>
            <a:endParaRPr sz="150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测试评估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03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测试方案与性能指标</a:t>
            </a:r>
            <a:endParaRPr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4781550"/>
          </a:xfrm>
          <a:custGeom>
            <a:avLst/>
            <a:gdLst>
              <a:gd name="sw" fmla="*/ 1 w 17385"/>
              <a:gd name="sh" fmla="*/ 1 h 7530"/>
              <a:gd name="mins" fmla="min sw sh"/>
              <a:gd name="dsw" fmla="+- 0 sw mins"/>
              <a:gd name="dsh" fmla="+- 0 sh mins"/>
              <a:gd name="p0x0" fmla="*/ 330 w 17385"/>
              <a:gd name="p0y0" fmla="*/ 0 h 7530"/>
              <a:gd name="p0x1" fmla="*/ 17055 w 17385"/>
              <a:gd name="p0y1" fmla="*/ 0 h 7530"/>
              <a:gd name="p0x2" fmla="*/ 17237 w 17385"/>
              <a:gd name="p0y2" fmla="*/ 0 h 7530"/>
              <a:gd name="p0x3" fmla="*/ 17385 w 17385"/>
              <a:gd name="p0y3" fmla="*/ 147 h 7530"/>
              <a:gd name="p0x4" fmla="*/ 17385 w 17385"/>
              <a:gd name="p0y4" fmla="*/ 330 h 7530"/>
              <a:gd name="p0x5" fmla="*/ 17385 w 17385"/>
              <a:gd name="p0y5" fmla="*/ 7200 h 7530"/>
              <a:gd name="p0x6" fmla="*/ 17385 w 17385"/>
              <a:gd name="p0y6" fmla="*/ 7382 h 7530"/>
              <a:gd name="p0x7" fmla="*/ 17237 w 17385"/>
              <a:gd name="p0y7" fmla="*/ 7530 h 7530"/>
              <a:gd name="p0x8" fmla="*/ 17055 w 17385"/>
              <a:gd name="p0y8" fmla="*/ 7530 h 7530"/>
              <a:gd name="p0x9" fmla="*/ 330 w 17385"/>
              <a:gd name="p0y9" fmla="*/ 7530 h 7530"/>
              <a:gd name="p0x10" fmla="*/ 147 w 17385"/>
              <a:gd name="p0y10" fmla="*/ 7530 h 7530"/>
              <a:gd name="p0x11" fmla="*/ 0 w 17385"/>
              <a:gd name="p0y11" fmla="*/ 7382 h 7530"/>
              <a:gd name="p0x12" fmla="*/ 0 w 17385"/>
              <a:gd name="p0y12" fmla="*/ 7200 h 7530"/>
              <a:gd name="p0x13" fmla="*/ 0 w 17385"/>
              <a:gd name="p0y13" fmla="*/ 330 h 7530"/>
              <a:gd name="p0x14" fmla="*/ 0 w 17385"/>
              <a:gd name="p0y14" fmla="*/ 147 h 7530"/>
              <a:gd name="p0x15" fmla="*/ 147 w 17385"/>
              <a:gd name="p0y15" fmla="*/ 0 h 7530"/>
              <a:gd name="p0x16" fmla="*/ 330 w 17385"/>
              <a:gd name="p0y16" fmla="*/ 0 h 7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581025" y="1114425"/>
            <a:ext cx="11029950" cy="537210"/>
            <a:chOff x="915" y="1755"/>
            <a:chExt cx="17370" cy="846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915" y="1755"/>
              <a:ext cx="17370" cy="847"/>
            </a:xfrm>
            <a:custGeom>
              <a:avLst/>
              <a:gdLst>
                <a:gd name="sw" fmla="*/ 1 w 17370"/>
                <a:gd name="sh" fmla="*/ 1 h 847"/>
                <a:gd name="mins" fmla="min sw sh"/>
                <a:gd name="dsw" fmla="+- 0 sw mins"/>
                <a:gd name="dsh" fmla="+- 0 sh mins"/>
                <a:gd name="p0x0" fmla="*/ 0 w 17370"/>
                <a:gd name="p0y0" fmla="*/ 0 h 847"/>
                <a:gd name="p0x1" fmla="*/ 17370 w 17370"/>
                <a:gd name="p0y1" fmla="*/ 0 h 847"/>
                <a:gd name="p0x2" fmla="*/ 17370 w 17370"/>
                <a:gd name="p0y2" fmla="*/ 847 h 847"/>
                <a:gd name="p0x3" fmla="*/ 0 w 17370"/>
                <a:gd name="p0y3" fmla="*/ 847 h 847"/>
                <a:gd name="p0x4" fmla="*/ 0 w 17370"/>
                <a:gd name="p0y4" fmla="*/ 0 h 847"/>
              </a:gdLst>
              <a:ahLst/>
              <a:cxnLst/>
              <a:pathLst>
                <a:path w="17370" h="847">
                  <a:moveTo>
                    <a:pt x="330" y="0"/>
                  </a:moveTo>
                  <a:lnTo>
                    <a:pt x="17040" y="0"/>
                  </a:lnTo>
                  <a:cubicBezTo>
                    <a:pt x="17222" y="0"/>
                    <a:pt x="17370" y="148"/>
                    <a:pt x="17370" y="330"/>
                  </a:cubicBezTo>
                  <a:lnTo>
                    <a:pt x="17370" y="847"/>
                  </a:lnTo>
                  <a:lnTo>
                    <a:pt x="0" y="847"/>
                  </a:lnTo>
                  <a:lnTo>
                    <a:pt x="0" y="330"/>
                  </a:lnTo>
                  <a:cubicBezTo>
                    <a:pt x="0" y="148"/>
                    <a:pt x="148" y="0"/>
                    <a:pt x="330" y="0"/>
                  </a:cubicBezTo>
                  <a:close/>
                </a:path>
              </a:pathLst>
            </a:custGeom>
            <a:solidFill>
              <a:srgbClr val="116CE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915" y="2587"/>
              <a:ext cx="17370" cy="15"/>
            </a:xfrm>
            <a:custGeom>
              <a:avLst/>
              <a:gdLst>
                <a:gd name="sw" fmla="*/ 1 w 17370"/>
                <a:gd name="sh" fmla="*/ 1 h 15"/>
                <a:gd name="mins" fmla="min sw sh"/>
                <a:gd name="dsw" fmla="+- 0 sw mins"/>
                <a:gd name="dsh" fmla="+- 0 sh mins"/>
                <a:gd name="p0x0" fmla="*/ 17370 w 17370"/>
                <a:gd name="p0y0" fmla="*/ 15 h 15"/>
                <a:gd name="p0x1" fmla="*/ 0 w 17370"/>
                <a:gd name="p0y1" fmla="*/ 15 h 15"/>
                <a:gd name="p0x2" fmla="*/ 0 w 17370"/>
                <a:gd name="p0y2" fmla="*/ 0 h 15"/>
                <a:gd name="p0x3" fmla="*/ 17370 w 17370"/>
                <a:gd name="p0y3" fmla="*/ 0 h 15"/>
                <a:gd name="p0x4" fmla="*/ 17370 w 17370"/>
                <a:gd name="p0y4" fmla="*/ 15 h 15"/>
              </a:gdLst>
              <a:ahLst/>
              <a:cxnLst/>
              <a:pathLst>
                <a:path w="17370" h="15">
                  <a:moveTo>
                    <a:pt x="17370" y="0"/>
                  </a:moveTo>
                  <a:lnTo>
                    <a:pt x="1737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9DB9D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33425" y="1228725"/>
            <a:ext cx="393747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场景</a:t>
            </a:r>
            <a:endParaRPr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4975698" y="1228725"/>
            <a:ext cx="1392069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线程数</a:t>
            </a:r>
            <a:endParaRPr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6672558" y="1228725"/>
            <a:ext cx="139213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持续时间</a:t>
            </a:r>
            <a:endParaRPr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8369503" y="1228725"/>
            <a:ext cx="308900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核心指标</a:t>
            </a:r>
            <a:endParaRPr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581025" y="1652270"/>
            <a:ext cx="11029950" cy="704850"/>
            <a:chOff x="915" y="2602"/>
            <a:chExt cx="17370" cy="1110"/>
          </a:xfrm>
        </p:grpSpPr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915" y="2602"/>
              <a:ext cx="17370" cy="1111"/>
            </a:xfrm>
            <a:custGeom>
              <a:avLst/>
              <a:gdLst>
                <a:gd name="sw" fmla="*/ 1 w 17370"/>
                <a:gd name="sh" fmla="*/ 1 h 1111"/>
                <a:gd name="mins" fmla="min sw sh"/>
                <a:gd name="dsw" fmla="+- 0 sw mins"/>
                <a:gd name="dsh" fmla="+- 0 sh mins"/>
                <a:gd name="p0x0" fmla="*/ 0 w 17370"/>
                <a:gd name="p0y0" fmla="*/ 0 h 1111"/>
                <a:gd name="p0x1" fmla="*/ 17370 w 17370"/>
                <a:gd name="p0y1" fmla="*/ 0 h 1111"/>
                <a:gd name="p0x2" fmla="*/ 17370 w 17370"/>
                <a:gd name="p0y2" fmla="*/ 1111 h 1111"/>
                <a:gd name="p0x3" fmla="*/ 0 w 17370"/>
                <a:gd name="p0y3" fmla="*/ 1111 h 1111"/>
                <a:gd name="p0x4" fmla="*/ 0 w 17370"/>
                <a:gd name="p0y4" fmla="*/ 0 h 1111"/>
              </a:gdLst>
              <a:ahLst/>
              <a:cxnLst/>
              <a:pathLst>
                <a:path w="17370" h="1111">
                  <a:moveTo>
                    <a:pt x="17370" y="0"/>
                  </a:moveTo>
                  <a:lnTo>
                    <a:pt x="17370" y="1111"/>
                  </a:lnTo>
                  <a:lnTo>
                    <a:pt x="0" y="1111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0"/>
              </p:custDataLst>
            </p:nvPr>
          </p:nvSpPr>
          <p:spPr>
            <a:xfrm>
              <a:off x="915" y="3698"/>
              <a:ext cx="17370" cy="15"/>
            </a:xfrm>
            <a:custGeom>
              <a:avLst/>
              <a:gdLst>
                <a:gd name="sw" fmla="*/ 1 w 17370"/>
                <a:gd name="sh" fmla="*/ 1 h 15"/>
                <a:gd name="mins" fmla="min sw sh"/>
                <a:gd name="dsw" fmla="+- 0 sw mins"/>
                <a:gd name="dsh" fmla="+- 0 sh mins"/>
                <a:gd name="p0x0" fmla="*/ 17370 w 17370"/>
                <a:gd name="p0y0" fmla="*/ 15 h 15"/>
                <a:gd name="p0x1" fmla="*/ 0 w 17370"/>
                <a:gd name="p0y1" fmla="*/ 15 h 15"/>
                <a:gd name="p0x2" fmla="*/ 0 w 17370"/>
                <a:gd name="p0y2" fmla="*/ 0 h 15"/>
                <a:gd name="p0x3" fmla="*/ 17370 w 17370"/>
                <a:gd name="p0y3" fmla="*/ 0 h 15"/>
                <a:gd name="p0x4" fmla="*/ 17370 w 17370"/>
                <a:gd name="p0y4" fmla="*/ 15 h 15"/>
              </a:gdLst>
              <a:ahLst/>
              <a:cxnLst/>
              <a:pathLst>
                <a:path w="17370" h="15">
                  <a:moveTo>
                    <a:pt x="17370" y="0"/>
                  </a:moveTo>
                  <a:lnTo>
                    <a:pt x="1737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733425" y="1862455"/>
            <a:ext cx="342265" cy="276225"/>
          </a:xfrm>
          <a:custGeom>
            <a:avLst/>
            <a:gdLst>
              <a:gd name="sw" fmla="*/ 1 w 539"/>
              <a:gd name="sh" fmla="*/ 1 h 435"/>
              <a:gd name="mins" fmla="min sw sh"/>
              <a:gd name="dsw" fmla="+- 0 sw mins"/>
              <a:gd name="dsh" fmla="+- 0 sh mins"/>
              <a:gd name="p0x0" fmla="*/ 90 w 539"/>
              <a:gd name="p0y0" fmla="*/ 0 h 435"/>
              <a:gd name="p0x1" fmla="*/ 449 w 539"/>
              <a:gd name="p0y1" fmla="*/ 0 h 435"/>
              <a:gd name="p0x2" fmla="*/ 499 w 539"/>
              <a:gd name="p0y2" fmla="*/ 0 h 435"/>
              <a:gd name="p0x3" fmla="*/ 539 w 539"/>
              <a:gd name="p0y3" fmla="*/ 40 h 435"/>
              <a:gd name="p0x4" fmla="*/ 539 w 539"/>
              <a:gd name="p0y4" fmla="*/ 90 h 435"/>
              <a:gd name="p0x5" fmla="*/ 539 w 539"/>
              <a:gd name="p0y5" fmla="*/ 345 h 435"/>
              <a:gd name="p0x6" fmla="*/ 539 w 539"/>
              <a:gd name="p0y6" fmla="*/ 394 h 435"/>
              <a:gd name="p0x7" fmla="*/ 499 w 539"/>
              <a:gd name="p0y7" fmla="*/ 435 h 435"/>
              <a:gd name="p0x8" fmla="*/ 449 w 539"/>
              <a:gd name="p0y8" fmla="*/ 435 h 435"/>
              <a:gd name="p0x9" fmla="*/ 90 w 539"/>
              <a:gd name="p0y9" fmla="*/ 435 h 435"/>
              <a:gd name="p0x10" fmla="*/ 40 w 539"/>
              <a:gd name="p0y10" fmla="*/ 435 h 435"/>
              <a:gd name="p0x11" fmla="*/ 0 w 539"/>
              <a:gd name="p0y11" fmla="*/ 394 h 435"/>
              <a:gd name="p0x12" fmla="*/ 0 w 539"/>
              <a:gd name="p0y12" fmla="*/ 345 h 435"/>
              <a:gd name="p0x13" fmla="*/ 0 w 539"/>
              <a:gd name="p0y13" fmla="*/ 90 h 435"/>
              <a:gd name="p0x14" fmla="*/ 0 w 539"/>
              <a:gd name="p0y14" fmla="*/ 40 h 435"/>
              <a:gd name="p0x15" fmla="*/ 40 w 539"/>
              <a:gd name="p0y15" fmla="*/ 0 h 435"/>
              <a:gd name="p0x16" fmla="*/ 90 w 53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09625" y="1900609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01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152230" y="1874415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连接容量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4975698" y="1874415"/>
            <a:ext cx="13920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5,000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6672558" y="1874415"/>
            <a:ext cx="139213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300s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8369503" y="1886321"/>
            <a:ext cx="30890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WS</a:t>
            </a:r>
            <a:r>
              <a:rPr 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建连成功率、延迟</a:t>
            </a:r>
            <a:endParaRPr lang="zh-CN"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581025" y="2357755"/>
            <a:ext cx="11029950" cy="704850"/>
            <a:chOff x="915" y="3713"/>
            <a:chExt cx="17370" cy="1110"/>
          </a:xfrm>
        </p:grpSpPr>
        <p:sp>
          <p:nvSpPr>
            <p:cNvPr id="21" name="任意多边形 20"/>
            <p:cNvSpPr/>
            <p:nvPr>
              <p:custDataLst>
                <p:tags r:id="rId17"/>
              </p:custDataLst>
            </p:nvPr>
          </p:nvSpPr>
          <p:spPr>
            <a:xfrm>
              <a:off x="915" y="3713"/>
              <a:ext cx="17370" cy="1111"/>
            </a:xfrm>
            <a:custGeom>
              <a:avLst/>
              <a:gdLst>
                <a:gd name="sw" fmla="*/ 1 w 17370"/>
                <a:gd name="sh" fmla="*/ 1 h 1111"/>
                <a:gd name="mins" fmla="min sw sh"/>
                <a:gd name="dsw" fmla="+- 0 sw mins"/>
                <a:gd name="dsh" fmla="+- 0 sh mins"/>
                <a:gd name="p0x0" fmla="*/ 0 w 17370"/>
                <a:gd name="p0y0" fmla="*/ 0 h 1111"/>
                <a:gd name="p0x1" fmla="*/ 17370 w 17370"/>
                <a:gd name="p0y1" fmla="*/ 0 h 1111"/>
                <a:gd name="p0x2" fmla="*/ 17370 w 17370"/>
                <a:gd name="p0y2" fmla="*/ 1111 h 1111"/>
                <a:gd name="p0x3" fmla="*/ 0 w 17370"/>
                <a:gd name="p0y3" fmla="*/ 1111 h 1111"/>
                <a:gd name="p0x4" fmla="*/ 0 w 17370"/>
                <a:gd name="p0y4" fmla="*/ 0 h 1111"/>
              </a:gdLst>
              <a:ahLst/>
              <a:cxnLst/>
              <a:pathLst>
                <a:path w="17370" h="1111">
                  <a:moveTo>
                    <a:pt x="17370" y="0"/>
                  </a:moveTo>
                  <a:lnTo>
                    <a:pt x="17370" y="1111"/>
                  </a:lnTo>
                  <a:lnTo>
                    <a:pt x="0" y="1111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FBFD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18"/>
              </p:custDataLst>
            </p:nvPr>
          </p:nvSpPr>
          <p:spPr>
            <a:xfrm>
              <a:off x="915" y="4809"/>
              <a:ext cx="17370" cy="15"/>
            </a:xfrm>
            <a:custGeom>
              <a:avLst/>
              <a:gdLst>
                <a:gd name="sw" fmla="*/ 1 w 17370"/>
                <a:gd name="sh" fmla="*/ 1 h 15"/>
                <a:gd name="mins" fmla="min sw sh"/>
                <a:gd name="dsw" fmla="+- 0 sw mins"/>
                <a:gd name="dsh" fmla="+- 0 sh mins"/>
                <a:gd name="p0x0" fmla="*/ 17370 w 17370"/>
                <a:gd name="p0y0" fmla="*/ 15 h 15"/>
                <a:gd name="p0x1" fmla="*/ 0 w 17370"/>
                <a:gd name="p0y1" fmla="*/ 15 h 15"/>
                <a:gd name="p0x2" fmla="*/ 0 w 17370"/>
                <a:gd name="p0y2" fmla="*/ 0 h 15"/>
                <a:gd name="p0x3" fmla="*/ 17370 w 17370"/>
                <a:gd name="p0y3" fmla="*/ 0 h 15"/>
                <a:gd name="p0x4" fmla="*/ 17370 w 17370"/>
                <a:gd name="p0y4" fmla="*/ 15 h 15"/>
              </a:gdLst>
              <a:ahLst/>
              <a:cxnLst/>
              <a:pathLst>
                <a:path w="17370" h="15">
                  <a:moveTo>
                    <a:pt x="17370" y="0"/>
                  </a:moveTo>
                  <a:lnTo>
                    <a:pt x="1737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4" name="任意多边形 23"/>
          <p:cNvSpPr/>
          <p:nvPr>
            <p:custDataLst>
              <p:tags r:id="rId19"/>
            </p:custDataLst>
          </p:nvPr>
        </p:nvSpPr>
        <p:spPr>
          <a:xfrm>
            <a:off x="733425" y="2567940"/>
            <a:ext cx="342265" cy="276225"/>
          </a:xfrm>
          <a:custGeom>
            <a:avLst/>
            <a:gdLst>
              <a:gd name="sw" fmla="*/ 1 w 539"/>
              <a:gd name="sh" fmla="*/ 1 h 435"/>
              <a:gd name="mins" fmla="min sw sh"/>
              <a:gd name="dsw" fmla="+- 0 sw mins"/>
              <a:gd name="dsh" fmla="+- 0 sh mins"/>
              <a:gd name="p0x0" fmla="*/ 90 w 539"/>
              <a:gd name="p0y0" fmla="*/ 0 h 435"/>
              <a:gd name="p0x1" fmla="*/ 449 w 539"/>
              <a:gd name="p0y1" fmla="*/ 0 h 435"/>
              <a:gd name="p0x2" fmla="*/ 499 w 539"/>
              <a:gd name="p0y2" fmla="*/ 0 h 435"/>
              <a:gd name="p0x3" fmla="*/ 539 w 539"/>
              <a:gd name="p0y3" fmla="*/ 40 h 435"/>
              <a:gd name="p0x4" fmla="*/ 539 w 539"/>
              <a:gd name="p0y4" fmla="*/ 90 h 435"/>
              <a:gd name="p0x5" fmla="*/ 539 w 539"/>
              <a:gd name="p0y5" fmla="*/ 345 h 435"/>
              <a:gd name="p0x6" fmla="*/ 539 w 539"/>
              <a:gd name="p0y6" fmla="*/ 394 h 435"/>
              <a:gd name="p0x7" fmla="*/ 499 w 539"/>
              <a:gd name="p0y7" fmla="*/ 435 h 435"/>
              <a:gd name="p0x8" fmla="*/ 449 w 539"/>
              <a:gd name="p0y8" fmla="*/ 435 h 435"/>
              <a:gd name="p0x9" fmla="*/ 90 w 539"/>
              <a:gd name="p0y9" fmla="*/ 435 h 435"/>
              <a:gd name="p0x10" fmla="*/ 40 w 539"/>
              <a:gd name="p0y10" fmla="*/ 435 h 435"/>
              <a:gd name="p0x11" fmla="*/ 0 w 539"/>
              <a:gd name="p0y11" fmla="*/ 394 h 435"/>
              <a:gd name="p0x12" fmla="*/ 0 w 539"/>
              <a:gd name="p0y12" fmla="*/ 345 h 435"/>
              <a:gd name="p0x13" fmla="*/ 0 w 539"/>
              <a:gd name="p0y13" fmla="*/ 90 h 435"/>
              <a:gd name="p0x14" fmla="*/ 0 w 539"/>
              <a:gd name="p0y14" fmla="*/ 40 h 435"/>
              <a:gd name="p0x15" fmla="*/ 40 w 539"/>
              <a:gd name="p0y15" fmla="*/ 0 h 435"/>
              <a:gd name="p0x16" fmla="*/ 90 w 53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809625" y="2606202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02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1152230" y="2580008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私聊吞吐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4975698" y="2580008"/>
            <a:ext cx="13920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400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6672558" y="2580008"/>
            <a:ext cx="139213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180s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8369503" y="2591914"/>
            <a:ext cx="30890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消息发送速度、错误率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581025" y="3063240"/>
            <a:ext cx="11029950" cy="706120"/>
            <a:chOff x="915" y="4824"/>
            <a:chExt cx="17370" cy="1112"/>
          </a:xfrm>
        </p:grpSpPr>
        <p:sp>
          <p:nvSpPr>
            <p:cNvPr id="30" name="任意多边形 29"/>
            <p:cNvSpPr/>
            <p:nvPr>
              <p:custDataLst>
                <p:tags r:id="rId25"/>
              </p:custDataLst>
            </p:nvPr>
          </p:nvSpPr>
          <p:spPr>
            <a:xfrm>
              <a:off x="915" y="4824"/>
              <a:ext cx="17370" cy="1112"/>
            </a:xfrm>
            <a:custGeom>
              <a:avLst/>
              <a:gdLst>
                <a:gd name="sw" fmla="*/ 1 w 17370"/>
                <a:gd name="sh" fmla="*/ 1 h 1111"/>
                <a:gd name="mins" fmla="min sw sh"/>
                <a:gd name="dsw" fmla="+- 0 sw mins"/>
                <a:gd name="dsh" fmla="+- 0 sh mins"/>
                <a:gd name="p0x0" fmla="*/ 0 w 17370"/>
                <a:gd name="p0y0" fmla="*/ 0 h 1111"/>
                <a:gd name="p0x1" fmla="*/ 17370 w 17370"/>
                <a:gd name="p0y1" fmla="*/ 0 h 1111"/>
                <a:gd name="p0x2" fmla="*/ 17370 w 17370"/>
                <a:gd name="p0y2" fmla="*/ 1111 h 1111"/>
                <a:gd name="p0x3" fmla="*/ 0 w 17370"/>
                <a:gd name="p0y3" fmla="*/ 1111 h 1111"/>
                <a:gd name="p0x4" fmla="*/ 0 w 17370"/>
                <a:gd name="p0y4" fmla="*/ 0 h 1111"/>
              </a:gdLst>
              <a:ahLst/>
              <a:cxnLst/>
              <a:pathLst>
                <a:path w="17370" h="1112">
                  <a:moveTo>
                    <a:pt x="17370" y="0"/>
                  </a:moveTo>
                  <a:lnTo>
                    <a:pt x="17370" y="1112"/>
                  </a:lnTo>
                  <a:lnTo>
                    <a:pt x="0" y="1112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6"/>
              </p:custDataLst>
            </p:nvPr>
          </p:nvSpPr>
          <p:spPr>
            <a:xfrm>
              <a:off x="915" y="5921"/>
              <a:ext cx="17370" cy="15"/>
            </a:xfrm>
            <a:custGeom>
              <a:avLst/>
              <a:gdLst>
                <a:gd name="sw" fmla="*/ 1 w 17370"/>
                <a:gd name="sh" fmla="*/ 1 h 15"/>
                <a:gd name="mins" fmla="min sw sh"/>
                <a:gd name="dsw" fmla="+- 0 sw mins"/>
                <a:gd name="dsh" fmla="+- 0 sh mins"/>
                <a:gd name="p0x0" fmla="*/ 17370 w 17370"/>
                <a:gd name="p0y0" fmla="*/ 15 h 15"/>
                <a:gd name="p0x1" fmla="*/ 0 w 17370"/>
                <a:gd name="p0y1" fmla="*/ 15 h 15"/>
                <a:gd name="p0x2" fmla="*/ 0 w 17370"/>
                <a:gd name="p0y2" fmla="*/ 0 h 15"/>
                <a:gd name="p0x3" fmla="*/ 17370 w 17370"/>
                <a:gd name="p0y3" fmla="*/ 0 h 15"/>
                <a:gd name="p0x4" fmla="*/ 17370 w 17370"/>
                <a:gd name="p0y4" fmla="*/ 15 h 15"/>
              </a:gdLst>
              <a:ahLst/>
              <a:cxnLst/>
              <a:pathLst>
                <a:path w="17370" h="15">
                  <a:moveTo>
                    <a:pt x="17370" y="0"/>
                  </a:moveTo>
                  <a:lnTo>
                    <a:pt x="1737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33" name="任意多边形 32"/>
          <p:cNvSpPr/>
          <p:nvPr>
            <p:custDataLst>
              <p:tags r:id="rId27"/>
            </p:custDataLst>
          </p:nvPr>
        </p:nvSpPr>
        <p:spPr>
          <a:xfrm>
            <a:off x="733425" y="3273425"/>
            <a:ext cx="342265" cy="276225"/>
          </a:xfrm>
          <a:custGeom>
            <a:avLst/>
            <a:gdLst>
              <a:gd name="sw" fmla="*/ 1 w 539"/>
              <a:gd name="sh" fmla="*/ 1 h 435"/>
              <a:gd name="mins" fmla="min sw sh"/>
              <a:gd name="dsw" fmla="+- 0 sw mins"/>
              <a:gd name="dsh" fmla="+- 0 sh mins"/>
              <a:gd name="p0x0" fmla="*/ 90 w 539"/>
              <a:gd name="p0y0" fmla="*/ 0 h 435"/>
              <a:gd name="p0x1" fmla="*/ 449 w 539"/>
              <a:gd name="p0y1" fmla="*/ 0 h 435"/>
              <a:gd name="p0x2" fmla="*/ 499 w 539"/>
              <a:gd name="p0y2" fmla="*/ 0 h 435"/>
              <a:gd name="p0x3" fmla="*/ 539 w 539"/>
              <a:gd name="p0y3" fmla="*/ 40 h 435"/>
              <a:gd name="p0x4" fmla="*/ 539 w 539"/>
              <a:gd name="p0y4" fmla="*/ 90 h 435"/>
              <a:gd name="p0x5" fmla="*/ 539 w 539"/>
              <a:gd name="p0y5" fmla="*/ 345 h 435"/>
              <a:gd name="p0x6" fmla="*/ 539 w 539"/>
              <a:gd name="p0y6" fmla="*/ 394 h 435"/>
              <a:gd name="p0x7" fmla="*/ 499 w 539"/>
              <a:gd name="p0y7" fmla="*/ 435 h 435"/>
              <a:gd name="p0x8" fmla="*/ 449 w 539"/>
              <a:gd name="p0y8" fmla="*/ 435 h 435"/>
              <a:gd name="p0x9" fmla="*/ 90 w 539"/>
              <a:gd name="p0y9" fmla="*/ 435 h 435"/>
              <a:gd name="p0x10" fmla="*/ 40 w 539"/>
              <a:gd name="p0y10" fmla="*/ 435 h 435"/>
              <a:gd name="p0x11" fmla="*/ 0 w 539"/>
              <a:gd name="p0y11" fmla="*/ 394 h 435"/>
              <a:gd name="p0x12" fmla="*/ 0 w 539"/>
              <a:gd name="p0y12" fmla="*/ 345 h 435"/>
              <a:gd name="p0x13" fmla="*/ 0 w 539"/>
              <a:gd name="p0y13" fmla="*/ 90 h 435"/>
              <a:gd name="p0x14" fmla="*/ 0 w 539"/>
              <a:gd name="p0y14" fmla="*/ 40 h 435"/>
              <a:gd name="p0x15" fmla="*/ 40 w 539"/>
              <a:gd name="p0y15" fmla="*/ 0 h 435"/>
              <a:gd name="p0x16" fmla="*/ 90 w 53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28"/>
            </p:custDataLst>
          </p:nvPr>
        </p:nvSpPr>
        <p:spPr>
          <a:xfrm>
            <a:off x="809625" y="3311871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03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1152230" y="3285677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群聊吞吐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4975698" y="3285677"/>
            <a:ext cx="13920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100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1"/>
            </p:custDataLst>
          </p:nvPr>
        </p:nvSpPr>
        <p:spPr>
          <a:xfrm>
            <a:off x="6672558" y="3285677"/>
            <a:ext cx="139213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180s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2"/>
            </p:custDataLst>
          </p:nvPr>
        </p:nvSpPr>
        <p:spPr>
          <a:xfrm>
            <a:off x="8369503" y="3297584"/>
            <a:ext cx="30890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群消息扇出效率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581025" y="3769360"/>
            <a:ext cx="11029950" cy="704850"/>
            <a:chOff x="915" y="5936"/>
            <a:chExt cx="17370" cy="1110"/>
          </a:xfrm>
        </p:grpSpPr>
        <p:sp>
          <p:nvSpPr>
            <p:cNvPr id="39" name="任意多边形 38"/>
            <p:cNvSpPr/>
            <p:nvPr>
              <p:custDataLst>
                <p:tags r:id="rId33"/>
              </p:custDataLst>
            </p:nvPr>
          </p:nvSpPr>
          <p:spPr>
            <a:xfrm>
              <a:off x="915" y="5936"/>
              <a:ext cx="17370" cy="1111"/>
            </a:xfrm>
            <a:custGeom>
              <a:avLst/>
              <a:gdLst>
                <a:gd name="sw" fmla="*/ 1 w 17370"/>
                <a:gd name="sh" fmla="*/ 1 h 1111"/>
                <a:gd name="mins" fmla="min sw sh"/>
                <a:gd name="dsw" fmla="+- 0 sw mins"/>
                <a:gd name="dsh" fmla="+- 0 sh mins"/>
                <a:gd name="p0x0" fmla="*/ 0 w 17370"/>
                <a:gd name="p0y0" fmla="*/ 0 h 1111"/>
                <a:gd name="p0x1" fmla="*/ 17370 w 17370"/>
                <a:gd name="p0y1" fmla="*/ 0 h 1111"/>
                <a:gd name="p0x2" fmla="*/ 17370 w 17370"/>
                <a:gd name="p0y2" fmla="*/ 1111 h 1111"/>
                <a:gd name="p0x3" fmla="*/ 0 w 17370"/>
                <a:gd name="p0y3" fmla="*/ 1111 h 1111"/>
                <a:gd name="p0x4" fmla="*/ 0 w 17370"/>
                <a:gd name="p0y4" fmla="*/ 0 h 1111"/>
              </a:gdLst>
              <a:ahLst/>
              <a:cxnLst/>
              <a:pathLst>
                <a:path w="17370" h="1111">
                  <a:moveTo>
                    <a:pt x="17370" y="0"/>
                  </a:moveTo>
                  <a:lnTo>
                    <a:pt x="17370" y="1111"/>
                  </a:lnTo>
                  <a:lnTo>
                    <a:pt x="0" y="1111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FBFD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4"/>
              </p:custDataLst>
            </p:nvPr>
          </p:nvSpPr>
          <p:spPr>
            <a:xfrm>
              <a:off x="915" y="7032"/>
              <a:ext cx="17370" cy="15"/>
            </a:xfrm>
            <a:custGeom>
              <a:avLst/>
              <a:gdLst>
                <a:gd name="sw" fmla="*/ 1 w 17370"/>
                <a:gd name="sh" fmla="*/ 1 h 15"/>
                <a:gd name="mins" fmla="min sw sh"/>
                <a:gd name="dsw" fmla="+- 0 sw mins"/>
                <a:gd name="dsh" fmla="+- 0 sh mins"/>
                <a:gd name="p0x0" fmla="*/ 17370 w 17370"/>
                <a:gd name="p0y0" fmla="*/ 15 h 15"/>
                <a:gd name="p0x1" fmla="*/ 0 w 17370"/>
                <a:gd name="p0y1" fmla="*/ 15 h 15"/>
                <a:gd name="p0x2" fmla="*/ 0 w 17370"/>
                <a:gd name="p0y2" fmla="*/ 0 h 15"/>
                <a:gd name="p0x3" fmla="*/ 17370 w 17370"/>
                <a:gd name="p0y3" fmla="*/ 0 h 15"/>
                <a:gd name="p0x4" fmla="*/ 17370 w 17370"/>
                <a:gd name="p0y4" fmla="*/ 15 h 15"/>
              </a:gdLst>
              <a:ahLst/>
              <a:cxnLst/>
              <a:pathLst>
                <a:path w="17370" h="15">
                  <a:moveTo>
                    <a:pt x="17370" y="0"/>
                  </a:moveTo>
                  <a:lnTo>
                    <a:pt x="1737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2" name="任意多边形 41"/>
          <p:cNvSpPr/>
          <p:nvPr>
            <p:custDataLst>
              <p:tags r:id="rId35"/>
            </p:custDataLst>
          </p:nvPr>
        </p:nvSpPr>
        <p:spPr>
          <a:xfrm>
            <a:off x="733425" y="3978910"/>
            <a:ext cx="342265" cy="276225"/>
          </a:xfrm>
          <a:custGeom>
            <a:avLst/>
            <a:gdLst>
              <a:gd name="sw" fmla="*/ 1 w 539"/>
              <a:gd name="sh" fmla="*/ 1 h 435"/>
              <a:gd name="mins" fmla="min sw sh"/>
              <a:gd name="dsw" fmla="+- 0 sw mins"/>
              <a:gd name="dsh" fmla="+- 0 sh mins"/>
              <a:gd name="p0x0" fmla="*/ 90 w 539"/>
              <a:gd name="p0y0" fmla="*/ 0 h 435"/>
              <a:gd name="p0x1" fmla="*/ 449 w 539"/>
              <a:gd name="p0y1" fmla="*/ 0 h 435"/>
              <a:gd name="p0x2" fmla="*/ 499 w 539"/>
              <a:gd name="p0y2" fmla="*/ 0 h 435"/>
              <a:gd name="p0x3" fmla="*/ 539 w 539"/>
              <a:gd name="p0y3" fmla="*/ 40 h 435"/>
              <a:gd name="p0x4" fmla="*/ 539 w 539"/>
              <a:gd name="p0y4" fmla="*/ 90 h 435"/>
              <a:gd name="p0x5" fmla="*/ 539 w 539"/>
              <a:gd name="p0y5" fmla="*/ 345 h 435"/>
              <a:gd name="p0x6" fmla="*/ 539 w 539"/>
              <a:gd name="p0y6" fmla="*/ 394 h 435"/>
              <a:gd name="p0x7" fmla="*/ 499 w 539"/>
              <a:gd name="p0y7" fmla="*/ 435 h 435"/>
              <a:gd name="p0x8" fmla="*/ 449 w 539"/>
              <a:gd name="p0y8" fmla="*/ 435 h 435"/>
              <a:gd name="p0x9" fmla="*/ 90 w 539"/>
              <a:gd name="p0y9" fmla="*/ 435 h 435"/>
              <a:gd name="p0x10" fmla="*/ 40 w 539"/>
              <a:gd name="p0y10" fmla="*/ 435 h 435"/>
              <a:gd name="p0x11" fmla="*/ 0 w 539"/>
              <a:gd name="p0y11" fmla="*/ 394 h 435"/>
              <a:gd name="p0x12" fmla="*/ 0 w 539"/>
              <a:gd name="p0y12" fmla="*/ 345 h 435"/>
              <a:gd name="p0x13" fmla="*/ 0 w 539"/>
              <a:gd name="p0y13" fmla="*/ 90 h 435"/>
              <a:gd name="p0x14" fmla="*/ 0 w 539"/>
              <a:gd name="p0y14" fmla="*/ 40 h 435"/>
              <a:gd name="p0x15" fmla="*/ 40 w 539"/>
              <a:gd name="p0y15" fmla="*/ 0 h 435"/>
              <a:gd name="p0x16" fmla="*/ 90 w 53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6"/>
            </p:custDataLst>
          </p:nvPr>
        </p:nvSpPr>
        <p:spPr>
          <a:xfrm>
            <a:off x="809625" y="4017540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04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7"/>
            </p:custDataLst>
          </p:nvPr>
        </p:nvSpPr>
        <p:spPr>
          <a:xfrm>
            <a:off x="1152230" y="3991346"/>
            <a:ext cx="9468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8"/>
            </p:custDataLst>
          </p:nvPr>
        </p:nvSpPr>
        <p:spPr>
          <a:xfrm>
            <a:off x="4975698" y="3991346"/>
            <a:ext cx="13920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50+50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9"/>
            </p:custDataLst>
          </p:nvPr>
        </p:nvSpPr>
        <p:spPr>
          <a:xfrm>
            <a:off x="6672558" y="3991346"/>
            <a:ext cx="139213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180s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0"/>
            </p:custDataLst>
          </p:nvPr>
        </p:nvSpPr>
        <p:spPr>
          <a:xfrm>
            <a:off x="8369503" y="4003253"/>
            <a:ext cx="30890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端到端延迟、投递率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581025" y="4474845"/>
            <a:ext cx="11029950" cy="704850"/>
            <a:chOff x="915" y="7047"/>
            <a:chExt cx="17370" cy="1110"/>
          </a:xfrm>
        </p:grpSpPr>
        <p:sp>
          <p:nvSpPr>
            <p:cNvPr id="48" name="任意多边形 47"/>
            <p:cNvSpPr/>
            <p:nvPr>
              <p:custDataLst>
                <p:tags r:id="rId41"/>
              </p:custDataLst>
            </p:nvPr>
          </p:nvSpPr>
          <p:spPr>
            <a:xfrm>
              <a:off x="915" y="7047"/>
              <a:ext cx="17370" cy="1111"/>
            </a:xfrm>
            <a:custGeom>
              <a:avLst/>
              <a:gdLst>
                <a:gd name="sw" fmla="*/ 1 w 17370"/>
                <a:gd name="sh" fmla="*/ 1 h 1111"/>
                <a:gd name="mins" fmla="min sw sh"/>
                <a:gd name="dsw" fmla="+- 0 sw mins"/>
                <a:gd name="dsh" fmla="+- 0 sh mins"/>
                <a:gd name="p0x0" fmla="*/ 0 w 17370"/>
                <a:gd name="p0y0" fmla="*/ 0 h 1111"/>
                <a:gd name="p0x1" fmla="*/ 17370 w 17370"/>
                <a:gd name="p0y1" fmla="*/ 0 h 1111"/>
                <a:gd name="p0x2" fmla="*/ 17370 w 17370"/>
                <a:gd name="p0y2" fmla="*/ 1111 h 1111"/>
                <a:gd name="p0x3" fmla="*/ 0 w 17370"/>
                <a:gd name="p0y3" fmla="*/ 1111 h 1111"/>
                <a:gd name="p0x4" fmla="*/ 0 w 17370"/>
                <a:gd name="p0y4" fmla="*/ 0 h 1111"/>
              </a:gdLst>
              <a:ahLst/>
              <a:cxnLst/>
              <a:pathLst>
                <a:path w="17370" h="1111">
                  <a:moveTo>
                    <a:pt x="17370" y="0"/>
                  </a:moveTo>
                  <a:lnTo>
                    <a:pt x="17370" y="1111"/>
                  </a:lnTo>
                  <a:lnTo>
                    <a:pt x="0" y="1111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42"/>
              </p:custDataLst>
            </p:nvPr>
          </p:nvSpPr>
          <p:spPr>
            <a:xfrm>
              <a:off x="915" y="8143"/>
              <a:ext cx="17370" cy="15"/>
            </a:xfrm>
            <a:custGeom>
              <a:avLst/>
              <a:gdLst>
                <a:gd name="sw" fmla="*/ 1 w 17370"/>
                <a:gd name="sh" fmla="*/ 1 h 15"/>
                <a:gd name="mins" fmla="min sw sh"/>
                <a:gd name="dsw" fmla="+- 0 sw mins"/>
                <a:gd name="dsh" fmla="+- 0 sh mins"/>
                <a:gd name="p0x0" fmla="*/ 17370 w 17370"/>
                <a:gd name="p0y0" fmla="*/ 15 h 15"/>
                <a:gd name="p0x1" fmla="*/ 0 w 17370"/>
                <a:gd name="p0y1" fmla="*/ 15 h 15"/>
                <a:gd name="p0x2" fmla="*/ 0 w 17370"/>
                <a:gd name="p0y2" fmla="*/ 0 h 15"/>
                <a:gd name="p0x3" fmla="*/ 17370 w 17370"/>
                <a:gd name="p0y3" fmla="*/ 0 h 15"/>
                <a:gd name="p0x4" fmla="*/ 17370 w 17370"/>
                <a:gd name="p0y4" fmla="*/ 15 h 15"/>
              </a:gdLst>
              <a:ahLst/>
              <a:cxnLst/>
              <a:pathLst>
                <a:path w="17370" h="15">
                  <a:moveTo>
                    <a:pt x="17370" y="0"/>
                  </a:moveTo>
                  <a:lnTo>
                    <a:pt x="1737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370" y="0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1" name="任意多边形 50"/>
          <p:cNvSpPr/>
          <p:nvPr>
            <p:custDataLst>
              <p:tags r:id="rId43"/>
            </p:custDataLst>
          </p:nvPr>
        </p:nvSpPr>
        <p:spPr>
          <a:xfrm>
            <a:off x="733425" y="4685030"/>
            <a:ext cx="342265" cy="276225"/>
          </a:xfrm>
          <a:custGeom>
            <a:avLst/>
            <a:gdLst>
              <a:gd name="sw" fmla="*/ 1 w 539"/>
              <a:gd name="sh" fmla="*/ 1 h 435"/>
              <a:gd name="mins" fmla="min sw sh"/>
              <a:gd name="dsw" fmla="+- 0 sw mins"/>
              <a:gd name="dsh" fmla="+- 0 sh mins"/>
              <a:gd name="p0x0" fmla="*/ 90 w 539"/>
              <a:gd name="p0y0" fmla="*/ 0 h 435"/>
              <a:gd name="p0x1" fmla="*/ 449 w 539"/>
              <a:gd name="p0y1" fmla="*/ 0 h 435"/>
              <a:gd name="p0x2" fmla="*/ 499 w 539"/>
              <a:gd name="p0y2" fmla="*/ 0 h 435"/>
              <a:gd name="p0x3" fmla="*/ 539 w 539"/>
              <a:gd name="p0y3" fmla="*/ 40 h 435"/>
              <a:gd name="p0x4" fmla="*/ 539 w 539"/>
              <a:gd name="p0y4" fmla="*/ 90 h 435"/>
              <a:gd name="p0x5" fmla="*/ 539 w 539"/>
              <a:gd name="p0y5" fmla="*/ 345 h 435"/>
              <a:gd name="p0x6" fmla="*/ 539 w 539"/>
              <a:gd name="p0y6" fmla="*/ 394 h 435"/>
              <a:gd name="p0x7" fmla="*/ 499 w 539"/>
              <a:gd name="p0y7" fmla="*/ 435 h 435"/>
              <a:gd name="p0x8" fmla="*/ 449 w 539"/>
              <a:gd name="p0y8" fmla="*/ 435 h 435"/>
              <a:gd name="p0x9" fmla="*/ 90 w 539"/>
              <a:gd name="p0y9" fmla="*/ 435 h 435"/>
              <a:gd name="p0x10" fmla="*/ 40 w 539"/>
              <a:gd name="p0y10" fmla="*/ 435 h 435"/>
              <a:gd name="p0x11" fmla="*/ 0 w 539"/>
              <a:gd name="p0y11" fmla="*/ 394 h 435"/>
              <a:gd name="p0x12" fmla="*/ 0 w 539"/>
              <a:gd name="p0y12" fmla="*/ 345 h 435"/>
              <a:gd name="p0x13" fmla="*/ 0 w 539"/>
              <a:gd name="p0y13" fmla="*/ 90 h 435"/>
              <a:gd name="p0x14" fmla="*/ 0 w 539"/>
              <a:gd name="p0y14" fmla="*/ 40 h 435"/>
              <a:gd name="p0x15" fmla="*/ 40 w 539"/>
              <a:gd name="p0y15" fmla="*/ 0 h 435"/>
              <a:gd name="p0x16" fmla="*/ 90 w 53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4"/>
            </p:custDataLst>
          </p:nvPr>
        </p:nvSpPr>
        <p:spPr>
          <a:xfrm>
            <a:off x="809625" y="4723133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05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5"/>
            </p:custDataLst>
          </p:nvPr>
        </p:nvSpPr>
        <p:spPr>
          <a:xfrm>
            <a:off x="1152230" y="4696939"/>
            <a:ext cx="9468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6"/>
            </p:custDataLst>
          </p:nvPr>
        </p:nvSpPr>
        <p:spPr>
          <a:xfrm>
            <a:off x="4975698" y="4696939"/>
            <a:ext cx="139206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50+200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47"/>
            </p:custDataLst>
          </p:nvPr>
        </p:nvSpPr>
        <p:spPr>
          <a:xfrm>
            <a:off x="6672558" y="4696939"/>
            <a:ext cx="139213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180s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48"/>
            </p:custDataLst>
          </p:nvPr>
        </p:nvSpPr>
        <p:spPr>
          <a:xfrm>
            <a:off x="8369503" y="4708846"/>
            <a:ext cx="30890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群消息投递率、延迟分布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49"/>
            </p:custDataLst>
          </p:nvPr>
        </p:nvSpPr>
        <p:spPr>
          <a:xfrm>
            <a:off x="733425" y="5394960"/>
            <a:ext cx="342265" cy="276225"/>
          </a:xfrm>
          <a:custGeom>
            <a:avLst/>
            <a:gdLst>
              <a:gd name="sw" fmla="*/ 1 w 539"/>
              <a:gd name="sh" fmla="*/ 1 h 435"/>
              <a:gd name="mins" fmla="min sw sh"/>
              <a:gd name="dsw" fmla="+- 0 sw mins"/>
              <a:gd name="dsh" fmla="+- 0 sh mins"/>
              <a:gd name="p0x0" fmla="*/ 90 w 539"/>
              <a:gd name="p0y0" fmla="*/ 0 h 435"/>
              <a:gd name="p0x1" fmla="*/ 449 w 539"/>
              <a:gd name="p0y1" fmla="*/ 0 h 435"/>
              <a:gd name="p0x2" fmla="*/ 499 w 539"/>
              <a:gd name="p0y2" fmla="*/ 0 h 435"/>
              <a:gd name="p0x3" fmla="*/ 539 w 539"/>
              <a:gd name="p0y3" fmla="*/ 40 h 435"/>
              <a:gd name="p0x4" fmla="*/ 539 w 539"/>
              <a:gd name="p0y4" fmla="*/ 90 h 435"/>
              <a:gd name="p0x5" fmla="*/ 539 w 539"/>
              <a:gd name="p0y5" fmla="*/ 345 h 435"/>
              <a:gd name="p0x6" fmla="*/ 539 w 539"/>
              <a:gd name="p0y6" fmla="*/ 394 h 435"/>
              <a:gd name="p0x7" fmla="*/ 499 w 539"/>
              <a:gd name="p0y7" fmla="*/ 435 h 435"/>
              <a:gd name="p0x8" fmla="*/ 449 w 539"/>
              <a:gd name="p0y8" fmla="*/ 435 h 435"/>
              <a:gd name="p0x9" fmla="*/ 90 w 539"/>
              <a:gd name="p0y9" fmla="*/ 435 h 435"/>
              <a:gd name="p0x10" fmla="*/ 40 w 539"/>
              <a:gd name="p0y10" fmla="*/ 435 h 435"/>
              <a:gd name="p0x11" fmla="*/ 0 w 539"/>
              <a:gd name="p0y11" fmla="*/ 394 h 435"/>
              <a:gd name="p0x12" fmla="*/ 0 w 539"/>
              <a:gd name="p0y12" fmla="*/ 345 h 435"/>
              <a:gd name="p0x13" fmla="*/ 0 w 539"/>
              <a:gd name="p0y13" fmla="*/ 90 h 435"/>
              <a:gd name="p0x14" fmla="*/ 0 w 539"/>
              <a:gd name="p0y14" fmla="*/ 40 h 435"/>
              <a:gd name="p0x15" fmla="*/ 40 w 539"/>
              <a:gd name="p0y15" fmla="*/ 0 h 435"/>
              <a:gd name="p0x16" fmla="*/ 90 w 53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50"/>
            </p:custDataLst>
          </p:nvPr>
        </p:nvSpPr>
        <p:spPr>
          <a:xfrm>
            <a:off x="809625" y="5433565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06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51"/>
            </p:custDataLst>
          </p:nvPr>
        </p:nvSpPr>
        <p:spPr>
          <a:xfrm>
            <a:off x="1152230" y="5407371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混合场景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52"/>
            </p:custDataLst>
          </p:nvPr>
        </p:nvSpPr>
        <p:spPr>
          <a:xfrm>
            <a:off x="4975698" y="5407371"/>
            <a:ext cx="13920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400(7:3)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53"/>
            </p:custDataLst>
          </p:nvPr>
        </p:nvSpPr>
        <p:spPr>
          <a:xfrm>
            <a:off x="6672558" y="5407371"/>
            <a:ext cx="139213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180s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54"/>
            </p:custDataLst>
          </p:nvPr>
        </p:nvSpPr>
        <p:spPr>
          <a:xfrm>
            <a:off x="8369503" y="5419277"/>
            <a:ext cx="30890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综合吞吐、资源竞争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55"/>
            </p:custDataLst>
          </p:nvPr>
        </p:nvSpPr>
        <p:spPr>
          <a:xfrm>
            <a:off x="571500" y="6010275"/>
            <a:ext cx="11049000" cy="466725"/>
          </a:xfrm>
          <a:custGeom>
            <a:avLst/>
            <a:gdLst>
              <a:gd name="sw" fmla="*/ 1 w 17400"/>
              <a:gd name="sh" fmla="*/ 1 h 735"/>
              <a:gd name="mins" fmla="min sw sh"/>
              <a:gd name="dsw" fmla="+- 0 sw mins"/>
              <a:gd name="dsh" fmla="+- 0 sh mins"/>
              <a:gd name="p0x0" fmla="*/ 210 w 17400"/>
              <a:gd name="p0y0" fmla="*/ 0 h 735"/>
              <a:gd name="p0x1" fmla="*/ 17190 w 17400"/>
              <a:gd name="p0y1" fmla="*/ 0 h 735"/>
              <a:gd name="p0x2" fmla="*/ 17305 w 17400"/>
              <a:gd name="p0y2" fmla="*/ 0 h 735"/>
              <a:gd name="p0x3" fmla="*/ 17400 w 17400"/>
              <a:gd name="p0y3" fmla="*/ 94 h 735"/>
              <a:gd name="p0x4" fmla="*/ 17400 w 17400"/>
              <a:gd name="p0y4" fmla="*/ 210 h 735"/>
              <a:gd name="p0x5" fmla="*/ 17400 w 17400"/>
              <a:gd name="p0y5" fmla="*/ 525 h 735"/>
              <a:gd name="p0x6" fmla="*/ 17400 w 17400"/>
              <a:gd name="p0y6" fmla="*/ 640 h 735"/>
              <a:gd name="p0x7" fmla="*/ 17305 w 17400"/>
              <a:gd name="p0y7" fmla="*/ 735 h 735"/>
              <a:gd name="p0x8" fmla="*/ 17190 w 17400"/>
              <a:gd name="p0y8" fmla="*/ 735 h 735"/>
              <a:gd name="p0x9" fmla="*/ 210 w 17400"/>
              <a:gd name="p0y9" fmla="*/ 735 h 735"/>
              <a:gd name="p0x10" fmla="*/ 94 w 17400"/>
              <a:gd name="p0y10" fmla="*/ 735 h 735"/>
              <a:gd name="p0x11" fmla="*/ 0 w 17400"/>
              <a:gd name="p0y11" fmla="*/ 640 h 735"/>
              <a:gd name="p0x12" fmla="*/ 0 w 17400"/>
              <a:gd name="p0y12" fmla="*/ 525 h 735"/>
              <a:gd name="p0x13" fmla="*/ 0 w 17400"/>
              <a:gd name="p0y13" fmla="*/ 210 h 735"/>
              <a:gd name="p0x14" fmla="*/ 0 w 17400"/>
              <a:gd name="p0y14" fmla="*/ 94 h 735"/>
              <a:gd name="p0x15" fmla="*/ 94 w 17400"/>
              <a:gd name="p0y15" fmla="*/ 0 h 735"/>
              <a:gd name="p0x16" fmla="*/ 210 w 17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56"/>
            </p:custDataLst>
          </p:nvPr>
        </p:nvSpPr>
        <p:spPr>
          <a:xfrm>
            <a:off x="723900" y="6124575"/>
            <a:ext cx="3127134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15" b="1" spc="-14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测试环境</a:t>
            </a:r>
            <a:r>
              <a:rPr lang="en-US"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Windows 11 · 4</a:t>
            </a:r>
            <a:r>
              <a:rPr lang="zh-CN" altLang="en-US"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核</a:t>
            </a:r>
            <a:r>
              <a:rPr lang="en-US" altLang="zh-CN"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16GB</a:t>
            </a:r>
            <a:endParaRPr lang="en-US" altLang="zh-CN" sz="135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6" name="矩形 65"/>
          <p:cNvSpPr/>
          <p:nvPr>
            <p:custDataLst>
              <p:tags r:id="rId57"/>
            </p:custDataLst>
          </p:nvPr>
        </p:nvSpPr>
        <p:spPr>
          <a:xfrm>
            <a:off x="3642995" y="6167120"/>
            <a:ext cx="9525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>
            <p:custDataLst>
              <p:tags r:id="rId58"/>
            </p:custDataLst>
          </p:nvPr>
        </p:nvSpPr>
        <p:spPr>
          <a:xfrm>
            <a:off x="3805314" y="6129338"/>
            <a:ext cx="274870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8795AC"/>
                </a:solidFill>
                <a:latin typeface="微软雅黑" panose="020B0503020204020204" charset="-122"/>
                <a:ea typeface="微软雅黑" panose="020B0503020204020204" charset="-122"/>
              </a:rPr>
              <a:t>JVM -Xmx6g -XX:+UseG1GC</a:t>
            </a:r>
            <a:endParaRPr sz="1350">
              <a:solidFill>
                <a:srgbClr val="8795A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矩形 67"/>
          <p:cNvSpPr/>
          <p:nvPr>
            <p:custDataLst>
              <p:tags r:id="rId59"/>
            </p:custDataLst>
          </p:nvPr>
        </p:nvSpPr>
        <p:spPr>
          <a:xfrm>
            <a:off x="6363335" y="6167120"/>
            <a:ext cx="9525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60"/>
            </p:custDataLst>
          </p:nvPr>
        </p:nvSpPr>
        <p:spPr>
          <a:xfrm>
            <a:off x="6525444" y="6129338"/>
            <a:ext cx="106181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JMeter 5.6</a:t>
            </a:r>
            <a:endParaRPr sz="135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性能指标达标情况</a:t>
            </a:r>
            <a:endParaRPr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609850" cy="1533525"/>
          </a:xfrm>
          <a:custGeom>
            <a:avLst/>
            <a:gdLst>
              <a:gd name="sw" fmla="*/ 1 w 4110"/>
              <a:gd name="sh" fmla="*/ 1 h 2415"/>
              <a:gd name="mins" fmla="min sw sh"/>
              <a:gd name="dsw" fmla="+- 0 sw mins"/>
              <a:gd name="dsh" fmla="+- 0 sh mins"/>
              <a:gd name="p0x0" fmla="*/ 210 w 4110"/>
              <a:gd name="p0y0" fmla="*/ 0 h 2415"/>
              <a:gd name="p0x1" fmla="*/ 3900 w 4110"/>
              <a:gd name="p0y1" fmla="*/ 0 h 2415"/>
              <a:gd name="p0x2" fmla="*/ 4015 w 4110"/>
              <a:gd name="p0y2" fmla="*/ 0 h 2415"/>
              <a:gd name="p0x3" fmla="*/ 4110 w 4110"/>
              <a:gd name="p0y3" fmla="*/ 94 h 2415"/>
              <a:gd name="p0x4" fmla="*/ 4110 w 4110"/>
              <a:gd name="p0y4" fmla="*/ 210 h 2415"/>
              <a:gd name="p0x5" fmla="*/ 4110 w 4110"/>
              <a:gd name="p0y5" fmla="*/ 2205 h 2415"/>
              <a:gd name="p0x6" fmla="*/ 4110 w 4110"/>
              <a:gd name="p0y6" fmla="*/ 2320 h 2415"/>
              <a:gd name="p0x7" fmla="*/ 4015 w 4110"/>
              <a:gd name="p0y7" fmla="*/ 2415 h 2415"/>
              <a:gd name="p0x8" fmla="*/ 3900 w 4110"/>
              <a:gd name="p0y8" fmla="*/ 2415 h 2415"/>
              <a:gd name="p0x9" fmla="*/ 210 w 4110"/>
              <a:gd name="p0y9" fmla="*/ 2415 h 2415"/>
              <a:gd name="p0x10" fmla="*/ 94 w 4110"/>
              <a:gd name="p0y10" fmla="*/ 2415 h 2415"/>
              <a:gd name="p0x11" fmla="*/ 0 w 4110"/>
              <a:gd name="p0y11" fmla="*/ 2320 h 2415"/>
              <a:gd name="p0x12" fmla="*/ 0 w 4110"/>
              <a:gd name="p0y12" fmla="*/ 2205 h 2415"/>
              <a:gd name="p0x13" fmla="*/ 0 w 4110"/>
              <a:gd name="p0y13" fmla="*/ 210 h 2415"/>
              <a:gd name="p0x14" fmla="*/ 0 w 4110"/>
              <a:gd name="p0y14" fmla="*/ 94 h 2415"/>
              <a:gd name="p0x15" fmla="*/ 94 w 4110"/>
              <a:gd name="p0y15" fmla="*/ 0 h 2415"/>
              <a:gd name="p0x16" fmla="*/ 210 w 4110"/>
              <a:gd name="p0y16" fmla="*/ 0 h 2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33425" y="16287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852" t="-9524" r="-1852" b="-9524"/>
          <a:stretch>
            <a:fillRect/>
          </a:stretch>
        </p:blipFill>
        <p:spPr>
          <a:xfrm>
            <a:off x="847725" y="1757045"/>
            <a:ext cx="266700" cy="23812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43025" y="1547813"/>
            <a:ext cx="1145457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5,000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2221782" y="1700213"/>
            <a:ext cx="80031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(0%</a:t>
            </a:r>
            <a:r>
              <a:rPr lang="zh-CN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错误</a:t>
            </a:r>
            <a:r>
              <a:rPr lang="en-US" altLang="zh-CN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343025" y="1997869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并发连接数</a:t>
            </a:r>
            <a:endParaRPr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2143125" y="1990725"/>
            <a:ext cx="419100" cy="213995"/>
          </a:xfrm>
          <a:custGeom>
            <a:avLst/>
            <a:gdLst>
              <a:gd name="sw" fmla="*/ 1 w 660"/>
              <a:gd name="sh" fmla="*/ 1 h 337"/>
              <a:gd name="mins" fmla="min sw sh"/>
              <a:gd name="dsw" fmla="+- 0 sw mins"/>
              <a:gd name="dsh" fmla="+- 0 sh mins"/>
              <a:gd name="p0x0" fmla="*/ 168 w 660"/>
              <a:gd name="p0y0" fmla="*/ 0 h 337"/>
              <a:gd name="p0x1" fmla="*/ 491 w 660"/>
              <a:gd name="p0y1" fmla="*/ 0 h 337"/>
              <a:gd name="p0x2" fmla="*/ 584 w 660"/>
              <a:gd name="p0y2" fmla="*/ 0 h 337"/>
              <a:gd name="p0x3" fmla="*/ 660 w 660"/>
              <a:gd name="p0y3" fmla="*/ 75 h 337"/>
              <a:gd name="p0x4" fmla="*/ 660 w 660"/>
              <a:gd name="p0y4" fmla="*/ 168 h 337"/>
              <a:gd name="p0x5" fmla="*/ 660 w 660"/>
              <a:gd name="p0y5" fmla="*/ 261 h 337"/>
              <a:gd name="p0x6" fmla="*/ 584 w 660"/>
              <a:gd name="p0y6" fmla="*/ 337 h 337"/>
              <a:gd name="p0x7" fmla="*/ 491 w 660"/>
              <a:gd name="p0y7" fmla="*/ 337 h 337"/>
              <a:gd name="p0x8" fmla="*/ 168 w 660"/>
              <a:gd name="p0y8" fmla="*/ 337 h 337"/>
              <a:gd name="p0x9" fmla="*/ 75 w 660"/>
              <a:gd name="p0y9" fmla="*/ 337 h 337"/>
              <a:gd name="p0x10" fmla="*/ 0 w 660"/>
              <a:gd name="p0y10" fmla="*/ 261 h 337"/>
              <a:gd name="p0x11" fmla="*/ 0 w 660"/>
              <a:gd name="p0y11" fmla="*/ 168 h 337"/>
              <a:gd name="p0x12" fmla="*/ 0 w 660"/>
              <a:gd name="p0y12" fmla="*/ 75 h 337"/>
              <a:gd name="p0x13" fmla="*/ 75 w 660"/>
              <a:gd name="p0y13" fmla="*/ 0 h 337"/>
              <a:gd name="p0x14" fmla="*/ 168 w 660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2219401" y="2009775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达标</a:t>
            </a:r>
            <a:endParaRPr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3385820" y="1109345"/>
            <a:ext cx="2609850" cy="1533525"/>
          </a:xfrm>
          <a:custGeom>
            <a:avLst/>
            <a:gdLst>
              <a:gd name="sw" fmla="*/ 1 w 4110"/>
              <a:gd name="sh" fmla="*/ 1 h 2415"/>
              <a:gd name="mins" fmla="min sw sh"/>
              <a:gd name="dsw" fmla="+- 0 sw mins"/>
              <a:gd name="dsh" fmla="+- 0 sh mins"/>
              <a:gd name="p0x0" fmla="*/ 210 w 4110"/>
              <a:gd name="p0y0" fmla="*/ 0 h 2415"/>
              <a:gd name="p0x1" fmla="*/ 3900 w 4110"/>
              <a:gd name="p0y1" fmla="*/ 0 h 2415"/>
              <a:gd name="p0x2" fmla="*/ 4015 w 4110"/>
              <a:gd name="p0y2" fmla="*/ 0 h 2415"/>
              <a:gd name="p0x3" fmla="*/ 4110 w 4110"/>
              <a:gd name="p0y3" fmla="*/ 94 h 2415"/>
              <a:gd name="p0x4" fmla="*/ 4110 w 4110"/>
              <a:gd name="p0y4" fmla="*/ 210 h 2415"/>
              <a:gd name="p0x5" fmla="*/ 4110 w 4110"/>
              <a:gd name="p0y5" fmla="*/ 2205 h 2415"/>
              <a:gd name="p0x6" fmla="*/ 4110 w 4110"/>
              <a:gd name="p0y6" fmla="*/ 2320 h 2415"/>
              <a:gd name="p0x7" fmla="*/ 4015 w 4110"/>
              <a:gd name="p0y7" fmla="*/ 2415 h 2415"/>
              <a:gd name="p0x8" fmla="*/ 3900 w 4110"/>
              <a:gd name="p0y8" fmla="*/ 2415 h 2415"/>
              <a:gd name="p0x9" fmla="*/ 210 w 4110"/>
              <a:gd name="p0y9" fmla="*/ 2415 h 2415"/>
              <a:gd name="p0x10" fmla="*/ 94 w 4110"/>
              <a:gd name="p0y10" fmla="*/ 2415 h 2415"/>
              <a:gd name="p0x11" fmla="*/ 0 w 4110"/>
              <a:gd name="p0y11" fmla="*/ 2320 h 2415"/>
              <a:gd name="p0x12" fmla="*/ 0 w 4110"/>
              <a:gd name="p0y12" fmla="*/ 2205 h 2415"/>
              <a:gd name="p0x13" fmla="*/ 0 w 4110"/>
              <a:gd name="p0y13" fmla="*/ 210 h 2415"/>
              <a:gd name="p0x14" fmla="*/ 0 w 4110"/>
              <a:gd name="p0y14" fmla="*/ 94 h 2415"/>
              <a:gd name="p0x15" fmla="*/ 94 w 4110"/>
              <a:gd name="p0y15" fmla="*/ 0 h 2415"/>
              <a:gd name="p0x16" fmla="*/ 210 w 4110"/>
              <a:gd name="p0y16" fmla="*/ 0 h 2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3543300" y="16287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6000" r="-6000"/>
          <a:stretch>
            <a:fillRect/>
          </a:stretch>
        </p:blipFill>
        <p:spPr>
          <a:xfrm>
            <a:off x="3657600" y="1757045"/>
            <a:ext cx="266700" cy="23812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4152900" y="1547813"/>
            <a:ext cx="1415501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8,268.6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5301701" y="1700213"/>
            <a:ext cx="60536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msg/s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4152900" y="1997869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私聊吞吐量</a:t>
            </a:r>
            <a:endParaRPr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4953000" y="1990725"/>
            <a:ext cx="708025" cy="213995"/>
          </a:xfrm>
          <a:custGeom>
            <a:avLst/>
            <a:gdLst>
              <a:gd name="sw" fmla="*/ 1 w 1115"/>
              <a:gd name="sh" fmla="*/ 1 h 337"/>
              <a:gd name="mins" fmla="min sw sh"/>
              <a:gd name="dsw" fmla="+- 0 sw mins"/>
              <a:gd name="dsh" fmla="+- 0 sh mins"/>
              <a:gd name="p0x0" fmla="*/ 168 w 1115"/>
              <a:gd name="p0y0" fmla="*/ 0 h 337"/>
              <a:gd name="p0x1" fmla="*/ 946 w 1115"/>
              <a:gd name="p0y1" fmla="*/ 0 h 337"/>
              <a:gd name="p0x2" fmla="*/ 1039 w 1115"/>
              <a:gd name="p0y2" fmla="*/ 0 h 337"/>
              <a:gd name="p0x3" fmla="*/ 1115 w 1115"/>
              <a:gd name="p0y3" fmla="*/ 75 h 337"/>
              <a:gd name="p0x4" fmla="*/ 1115 w 1115"/>
              <a:gd name="p0y4" fmla="*/ 168 h 337"/>
              <a:gd name="p0x5" fmla="*/ 1115 w 1115"/>
              <a:gd name="p0y5" fmla="*/ 261 h 337"/>
              <a:gd name="p0x6" fmla="*/ 1039 w 1115"/>
              <a:gd name="p0y6" fmla="*/ 337 h 337"/>
              <a:gd name="p0x7" fmla="*/ 946 w 1115"/>
              <a:gd name="p0y7" fmla="*/ 337 h 337"/>
              <a:gd name="p0x8" fmla="*/ 168 w 1115"/>
              <a:gd name="p0y8" fmla="*/ 337 h 337"/>
              <a:gd name="p0x9" fmla="*/ 75 w 1115"/>
              <a:gd name="p0y9" fmla="*/ 337 h 337"/>
              <a:gd name="p0x10" fmla="*/ 0 w 1115"/>
              <a:gd name="p0y10" fmla="*/ 261 h 337"/>
              <a:gd name="p0x11" fmla="*/ 0 w 1115"/>
              <a:gd name="p0y11" fmla="*/ 168 h 337"/>
              <a:gd name="p0x12" fmla="*/ 0 w 1115"/>
              <a:gd name="p0y12" fmla="*/ 75 h 337"/>
              <a:gd name="p0x13" fmla="*/ 75 w 1115"/>
              <a:gd name="p0y13" fmla="*/ 0 h 337"/>
              <a:gd name="p0x14" fmla="*/ 168 w 1115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5029276" y="2009775"/>
            <a:ext cx="68921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超额</a:t>
            </a:r>
            <a:r>
              <a:rPr lang="en-US" altLang="zh-CN"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65%</a:t>
            </a:r>
            <a:endParaRPr lang="en-US" altLang="zh-CN"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6195695" y="1109345"/>
            <a:ext cx="2609850" cy="1533525"/>
          </a:xfrm>
          <a:custGeom>
            <a:avLst/>
            <a:gdLst>
              <a:gd name="sw" fmla="*/ 1 w 4110"/>
              <a:gd name="sh" fmla="*/ 1 h 2415"/>
              <a:gd name="mins" fmla="min sw sh"/>
              <a:gd name="dsw" fmla="+- 0 sw mins"/>
              <a:gd name="dsh" fmla="+- 0 sh mins"/>
              <a:gd name="p0x0" fmla="*/ 210 w 4110"/>
              <a:gd name="p0y0" fmla="*/ 0 h 2415"/>
              <a:gd name="p0x1" fmla="*/ 3900 w 4110"/>
              <a:gd name="p0y1" fmla="*/ 0 h 2415"/>
              <a:gd name="p0x2" fmla="*/ 4015 w 4110"/>
              <a:gd name="p0y2" fmla="*/ 0 h 2415"/>
              <a:gd name="p0x3" fmla="*/ 4110 w 4110"/>
              <a:gd name="p0y3" fmla="*/ 94 h 2415"/>
              <a:gd name="p0x4" fmla="*/ 4110 w 4110"/>
              <a:gd name="p0y4" fmla="*/ 210 h 2415"/>
              <a:gd name="p0x5" fmla="*/ 4110 w 4110"/>
              <a:gd name="p0y5" fmla="*/ 2205 h 2415"/>
              <a:gd name="p0x6" fmla="*/ 4110 w 4110"/>
              <a:gd name="p0y6" fmla="*/ 2320 h 2415"/>
              <a:gd name="p0x7" fmla="*/ 4015 w 4110"/>
              <a:gd name="p0y7" fmla="*/ 2415 h 2415"/>
              <a:gd name="p0x8" fmla="*/ 3900 w 4110"/>
              <a:gd name="p0y8" fmla="*/ 2415 h 2415"/>
              <a:gd name="p0x9" fmla="*/ 210 w 4110"/>
              <a:gd name="p0y9" fmla="*/ 2415 h 2415"/>
              <a:gd name="p0x10" fmla="*/ 94 w 4110"/>
              <a:gd name="p0y10" fmla="*/ 2415 h 2415"/>
              <a:gd name="p0x11" fmla="*/ 0 w 4110"/>
              <a:gd name="p0y11" fmla="*/ 2320 h 2415"/>
              <a:gd name="p0x12" fmla="*/ 0 w 4110"/>
              <a:gd name="p0y12" fmla="*/ 2205 h 2415"/>
              <a:gd name="p0x13" fmla="*/ 0 w 4110"/>
              <a:gd name="p0y13" fmla="*/ 210 h 2415"/>
              <a:gd name="p0x14" fmla="*/ 0 w 4110"/>
              <a:gd name="p0y14" fmla="*/ 94 h 2415"/>
              <a:gd name="p0x15" fmla="*/ 94 w 4110"/>
              <a:gd name="p0y15" fmla="*/ 0 h 2415"/>
              <a:gd name="p0x16" fmla="*/ 210 w 4110"/>
              <a:gd name="p0y16" fmla="*/ 0 h 2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6353175" y="16287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381" r="-2381"/>
          <a:stretch>
            <a:fillRect/>
          </a:stretch>
        </p:blipFill>
        <p:spPr>
          <a:xfrm>
            <a:off x="6496050" y="1757045"/>
            <a:ext cx="209550" cy="23812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6962775" y="1547813"/>
            <a:ext cx="93546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2ms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6962775" y="1997869"/>
            <a:ext cx="100600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WS</a:t>
            </a:r>
            <a:r>
              <a:rPr lang="zh-CN" altLang="en-US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连接</a:t>
            </a:r>
            <a:r>
              <a:rPr lang="en-US" altLang="zh-CN"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P95</a:t>
            </a:r>
            <a:endParaRPr lang="en-US" altLang="zh-CN"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7854315" y="1990725"/>
            <a:ext cx="685800" cy="213995"/>
          </a:xfrm>
          <a:custGeom>
            <a:avLst/>
            <a:gdLst>
              <a:gd name="sw" fmla="*/ 1 w 1080"/>
              <a:gd name="sh" fmla="*/ 1 h 337"/>
              <a:gd name="mins" fmla="min sw sh"/>
              <a:gd name="dsw" fmla="+- 0 sw mins"/>
              <a:gd name="dsh" fmla="+- 0 sh mins"/>
              <a:gd name="p0x0" fmla="*/ 168 w 1080"/>
              <a:gd name="p0y0" fmla="*/ 0 h 337"/>
              <a:gd name="p0x1" fmla="*/ 911 w 1080"/>
              <a:gd name="p0y1" fmla="*/ 0 h 337"/>
              <a:gd name="p0x2" fmla="*/ 1004 w 1080"/>
              <a:gd name="p0y2" fmla="*/ 0 h 337"/>
              <a:gd name="p0x3" fmla="*/ 1080 w 1080"/>
              <a:gd name="p0y3" fmla="*/ 75 h 337"/>
              <a:gd name="p0x4" fmla="*/ 1080 w 1080"/>
              <a:gd name="p0y4" fmla="*/ 168 h 337"/>
              <a:gd name="p0x5" fmla="*/ 1080 w 1080"/>
              <a:gd name="p0y5" fmla="*/ 261 h 337"/>
              <a:gd name="p0x6" fmla="*/ 1004 w 1080"/>
              <a:gd name="p0y6" fmla="*/ 337 h 337"/>
              <a:gd name="p0x7" fmla="*/ 911 w 1080"/>
              <a:gd name="p0y7" fmla="*/ 337 h 337"/>
              <a:gd name="p0x8" fmla="*/ 168 w 1080"/>
              <a:gd name="p0y8" fmla="*/ 337 h 337"/>
              <a:gd name="p0x9" fmla="*/ 75 w 1080"/>
              <a:gd name="p0y9" fmla="*/ 337 h 337"/>
              <a:gd name="p0x10" fmla="*/ 0 w 1080"/>
              <a:gd name="p0y10" fmla="*/ 261 h 337"/>
              <a:gd name="p0x11" fmla="*/ 0 w 1080"/>
              <a:gd name="p0y11" fmla="*/ 168 h 337"/>
              <a:gd name="p0x12" fmla="*/ 0 w 1080"/>
              <a:gd name="p0y12" fmla="*/ 75 h 337"/>
              <a:gd name="p0x13" fmla="*/ 75 w 1080"/>
              <a:gd name="p0y13" fmla="*/ 0 h 337"/>
              <a:gd name="p0x14" fmla="*/ 168 w 1080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7930677" y="2009775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远超目标</a:t>
            </a:r>
            <a:endParaRPr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9005570" y="1109345"/>
            <a:ext cx="2609850" cy="1533525"/>
          </a:xfrm>
          <a:custGeom>
            <a:avLst/>
            <a:gdLst>
              <a:gd name="sw" fmla="*/ 1 w 4110"/>
              <a:gd name="sh" fmla="*/ 1 h 2415"/>
              <a:gd name="mins" fmla="min sw sh"/>
              <a:gd name="dsw" fmla="+- 0 sw mins"/>
              <a:gd name="dsh" fmla="+- 0 sh mins"/>
              <a:gd name="p0x0" fmla="*/ 210 w 4110"/>
              <a:gd name="p0y0" fmla="*/ 0 h 2415"/>
              <a:gd name="p0x1" fmla="*/ 3900 w 4110"/>
              <a:gd name="p0y1" fmla="*/ 0 h 2415"/>
              <a:gd name="p0x2" fmla="*/ 4015 w 4110"/>
              <a:gd name="p0y2" fmla="*/ 0 h 2415"/>
              <a:gd name="p0x3" fmla="*/ 4110 w 4110"/>
              <a:gd name="p0y3" fmla="*/ 94 h 2415"/>
              <a:gd name="p0x4" fmla="*/ 4110 w 4110"/>
              <a:gd name="p0y4" fmla="*/ 210 h 2415"/>
              <a:gd name="p0x5" fmla="*/ 4110 w 4110"/>
              <a:gd name="p0y5" fmla="*/ 2205 h 2415"/>
              <a:gd name="p0x6" fmla="*/ 4110 w 4110"/>
              <a:gd name="p0y6" fmla="*/ 2320 h 2415"/>
              <a:gd name="p0x7" fmla="*/ 4015 w 4110"/>
              <a:gd name="p0y7" fmla="*/ 2415 h 2415"/>
              <a:gd name="p0x8" fmla="*/ 3900 w 4110"/>
              <a:gd name="p0y8" fmla="*/ 2415 h 2415"/>
              <a:gd name="p0x9" fmla="*/ 210 w 4110"/>
              <a:gd name="p0y9" fmla="*/ 2415 h 2415"/>
              <a:gd name="p0x10" fmla="*/ 94 w 4110"/>
              <a:gd name="p0y10" fmla="*/ 2415 h 2415"/>
              <a:gd name="p0x11" fmla="*/ 0 w 4110"/>
              <a:gd name="p0y11" fmla="*/ 2320 h 2415"/>
              <a:gd name="p0x12" fmla="*/ 0 w 4110"/>
              <a:gd name="p0y12" fmla="*/ 2205 h 2415"/>
              <a:gd name="p0x13" fmla="*/ 0 w 4110"/>
              <a:gd name="p0y13" fmla="*/ 210 h 2415"/>
              <a:gd name="p0x14" fmla="*/ 0 w 4110"/>
              <a:gd name="p0y14" fmla="*/ 94 h 2415"/>
              <a:gd name="p0x15" fmla="*/ 94 w 4110"/>
              <a:gd name="p0y15" fmla="*/ 0 h 2415"/>
              <a:gd name="p0x16" fmla="*/ 210 w 4110"/>
              <a:gd name="p0y16" fmla="*/ 0 h 2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9CE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9163050" y="16287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5882" t="-9524" r="-5882" b="-9524"/>
          <a:stretch>
            <a:fillRect/>
          </a:stretch>
        </p:blipFill>
        <p:spPr>
          <a:xfrm>
            <a:off x="9319895" y="1757045"/>
            <a:ext cx="180975" cy="23812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9772650" y="1547813"/>
            <a:ext cx="1155878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100%</a:t>
            </a:r>
            <a:endParaRPr sz="24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9772650" y="1997869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消息投递率</a:t>
            </a:r>
            <a:endParaRPr sz="12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10572750" y="1990725"/>
            <a:ext cx="552450" cy="213995"/>
          </a:xfrm>
          <a:custGeom>
            <a:avLst/>
            <a:gdLst>
              <a:gd name="sw" fmla="*/ 1 w 870"/>
              <a:gd name="sh" fmla="*/ 1 h 337"/>
              <a:gd name="mins" fmla="min sw sh"/>
              <a:gd name="dsw" fmla="+- 0 sw mins"/>
              <a:gd name="dsh" fmla="+- 0 sh mins"/>
              <a:gd name="p0x0" fmla="*/ 168 w 870"/>
              <a:gd name="p0y0" fmla="*/ 0 h 337"/>
              <a:gd name="p0x1" fmla="*/ 701 w 870"/>
              <a:gd name="p0y1" fmla="*/ 0 h 337"/>
              <a:gd name="p0x2" fmla="*/ 794 w 870"/>
              <a:gd name="p0y2" fmla="*/ 0 h 337"/>
              <a:gd name="p0x3" fmla="*/ 870 w 870"/>
              <a:gd name="p0y3" fmla="*/ 75 h 337"/>
              <a:gd name="p0x4" fmla="*/ 870 w 870"/>
              <a:gd name="p0y4" fmla="*/ 168 h 337"/>
              <a:gd name="p0x5" fmla="*/ 870 w 870"/>
              <a:gd name="p0y5" fmla="*/ 261 h 337"/>
              <a:gd name="p0x6" fmla="*/ 794 w 870"/>
              <a:gd name="p0y6" fmla="*/ 337 h 337"/>
              <a:gd name="p0x7" fmla="*/ 701 w 870"/>
              <a:gd name="p0y7" fmla="*/ 337 h 337"/>
              <a:gd name="p0x8" fmla="*/ 168 w 870"/>
              <a:gd name="p0y8" fmla="*/ 337 h 337"/>
              <a:gd name="p0x9" fmla="*/ 75 w 870"/>
              <a:gd name="p0y9" fmla="*/ 337 h 337"/>
              <a:gd name="p0x10" fmla="*/ 0 w 870"/>
              <a:gd name="p0y10" fmla="*/ 261 h 337"/>
              <a:gd name="p0x11" fmla="*/ 0 w 870"/>
              <a:gd name="p0y11" fmla="*/ 168 h 337"/>
              <a:gd name="p0x12" fmla="*/ 0 w 870"/>
              <a:gd name="p0y12" fmla="*/ 75 h 337"/>
              <a:gd name="p0x13" fmla="*/ 75 w 870"/>
              <a:gd name="p0y13" fmla="*/ 0 h 337"/>
              <a:gd name="p0x14" fmla="*/ 168 w 870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9"/>
            </p:custDataLst>
          </p:nvPr>
        </p:nvSpPr>
        <p:spPr>
          <a:xfrm>
            <a:off x="10649026" y="2009775"/>
            <a:ext cx="5334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零超时</a:t>
            </a:r>
            <a:endParaRPr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0"/>
            </p:custDataLst>
          </p:nvPr>
        </p:nvSpPr>
        <p:spPr>
          <a:xfrm>
            <a:off x="575945" y="2880995"/>
            <a:ext cx="11039475" cy="3590925"/>
          </a:xfrm>
          <a:custGeom>
            <a:avLst/>
            <a:gdLst>
              <a:gd name="sw" fmla="*/ 1 w 17385"/>
              <a:gd name="sh" fmla="*/ 1 h 5655"/>
              <a:gd name="mins" fmla="min sw sh"/>
              <a:gd name="dsw" fmla="+- 0 sw mins"/>
              <a:gd name="dsh" fmla="+- 0 sh mins"/>
              <a:gd name="p0x0" fmla="*/ 330 w 17385"/>
              <a:gd name="p0y0" fmla="*/ 0 h 5655"/>
              <a:gd name="p0x1" fmla="*/ 17055 w 17385"/>
              <a:gd name="p0y1" fmla="*/ 0 h 5655"/>
              <a:gd name="p0x2" fmla="*/ 17237 w 17385"/>
              <a:gd name="p0y2" fmla="*/ 0 h 5655"/>
              <a:gd name="p0x3" fmla="*/ 17385 w 17385"/>
              <a:gd name="p0y3" fmla="*/ 147 h 5655"/>
              <a:gd name="p0x4" fmla="*/ 17385 w 17385"/>
              <a:gd name="p0y4" fmla="*/ 330 h 5655"/>
              <a:gd name="p0x5" fmla="*/ 17385 w 17385"/>
              <a:gd name="p0y5" fmla="*/ 5325 h 5655"/>
              <a:gd name="p0x6" fmla="*/ 17385 w 17385"/>
              <a:gd name="p0y6" fmla="*/ 5507 h 5655"/>
              <a:gd name="p0x7" fmla="*/ 17237 w 17385"/>
              <a:gd name="p0y7" fmla="*/ 5655 h 5655"/>
              <a:gd name="p0x8" fmla="*/ 17055 w 17385"/>
              <a:gd name="p0y8" fmla="*/ 5655 h 5655"/>
              <a:gd name="p0x9" fmla="*/ 330 w 17385"/>
              <a:gd name="p0y9" fmla="*/ 5655 h 5655"/>
              <a:gd name="p0x10" fmla="*/ 147 w 17385"/>
              <a:gd name="p0y10" fmla="*/ 5655 h 5655"/>
              <a:gd name="p0x11" fmla="*/ 0 w 17385"/>
              <a:gd name="p0y11" fmla="*/ 5507 h 5655"/>
              <a:gd name="p0x12" fmla="*/ 0 w 17385"/>
              <a:gd name="p0y12" fmla="*/ 5325 h 5655"/>
              <a:gd name="p0x13" fmla="*/ 0 w 17385"/>
              <a:gd name="p0y13" fmla="*/ 330 h 5655"/>
              <a:gd name="p0x14" fmla="*/ 0 w 17385"/>
              <a:gd name="p0y14" fmla="*/ 147 h 5655"/>
              <a:gd name="p0x15" fmla="*/ 147 w 17385"/>
              <a:gd name="p0y15" fmla="*/ 0 h 5655"/>
              <a:gd name="p0x16" fmla="*/ 330 w 17385"/>
              <a:gd name="p0y16" fmla="*/ 0 h 5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1"/>
            </p:custDataLst>
          </p:nvPr>
        </p:nvSpPr>
        <p:spPr>
          <a:xfrm>
            <a:off x="923925" y="3228975"/>
            <a:ext cx="10344150" cy="428625"/>
          </a:xfrm>
          <a:custGeom>
            <a:avLst/>
            <a:gdLst>
              <a:gd name="sw" fmla="*/ 1 w 16290"/>
              <a:gd name="sh" fmla="*/ 1 h 675"/>
              <a:gd name="mins" fmla="min sw sh"/>
              <a:gd name="dsw" fmla="+- 0 sw mins"/>
              <a:gd name="dsh" fmla="+- 0 sh mins"/>
              <a:gd name="p0x0" fmla="*/ 90 w 16290"/>
              <a:gd name="p0y0" fmla="*/ 0 h 675"/>
              <a:gd name="p0x1" fmla="*/ 16200 w 16290"/>
              <a:gd name="p0y1" fmla="*/ 0 h 675"/>
              <a:gd name="p0x2" fmla="*/ 16249 w 16290"/>
              <a:gd name="p0y2" fmla="*/ 0 h 675"/>
              <a:gd name="p0x3" fmla="*/ 16290 w 16290"/>
              <a:gd name="p0y3" fmla="*/ 40 h 675"/>
              <a:gd name="p0x4" fmla="*/ 16290 w 16290"/>
              <a:gd name="p0y4" fmla="*/ 90 h 675"/>
              <a:gd name="p0x5" fmla="*/ 16290 w 16290"/>
              <a:gd name="p0y5" fmla="*/ 585 h 675"/>
              <a:gd name="p0x6" fmla="*/ 16290 w 16290"/>
              <a:gd name="p0y6" fmla="*/ 634 h 675"/>
              <a:gd name="p0x7" fmla="*/ 16249 w 16290"/>
              <a:gd name="p0y7" fmla="*/ 675 h 675"/>
              <a:gd name="p0x8" fmla="*/ 16200 w 16290"/>
              <a:gd name="p0y8" fmla="*/ 675 h 675"/>
              <a:gd name="p0x9" fmla="*/ 90 w 16290"/>
              <a:gd name="p0y9" fmla="*/ 675 h 675"/>
              <a:gd name="p0x10" fmla="*/ 40 w 16290"/>
              <a:gd name="p0y10" fmla="*/ 675 h 675"/>
              <a:gd name="p0x11" fmla="*/ 0 w 16290"/>
              <a:gd name="p0y11" fmla="*/ 634 h 675"/>
              <a:gd name="p0x12" fmla="*/ 0 w 16290"/>
              <a:gd name="p0y12" fmla="*/ 585 h 675"/>
              <a:gd name="p0x13" fmla="*/ 0 w 16290"/>
              <a:gd name="p0y13" fmla="*/ 90 h 675"/>
              <a:gd name="p0x14" fmla="*/ 0 w 16290"/>
              <a:gd name="p0y14" fmla="*/ 40 h 675"/>
              <a:gd name="p0x15" fmla="*/ 40 w 16290"/>
              <a:gd name="p0y15" fmla="*/ 0 h 675"/>
              <a:gd name="p0x16" fmla="*/ 90 w 16290"/>
              <a:gd name="p0y16" fmla="*/ 0 h 6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2"/>
            </p:custDataLst>
          </p:nvPr>
        </p:nvSpPr>
        <p:spPr>
          <a:xfrm>
            <a:off x="1076325" y="3343275"/>
            <a:ext cx="32320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需求指标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3"/>
            </p:custDataLst>
          </p:nvPr>
        </p:nvSpPr>
        <p:spPr>
          <a:xfrm>
            <a:off x="4422724" y="3343275"/>
            <a:ext cx="215481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目标值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4"/>
            </p:custDataLst>
          </p:nvPr>
        </p:nvSpPr>
        <p:spPr>
          <a:xfrm>
            <a:off x="6691836" y="3343275"/>
            <a:ext cx="25856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实测值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5"/>
            </p:custDataLst>
          </p:nvPr>
        </p:nvSpPr>
        <p:spPr>
          <a:xfrm>
            <a:off x="9391803" y="3343275"/>
            <a:ext cx="172387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状态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923925" y="3733800"/>
            <a:ext cx="10344150" cy="449580"/>
            <a:chOff x="1455" y="5880"/>
            <a:chExt cx="16290" cy="708"/>
          </a:xfrm>
        </p:grpSpPr>
        <p:sp>
          <p:nvSpPr>
            <p:cNvPr id="40" name="任意多边形 39"/>
            <p:cNvSpPr/>
            <p:nvPr>
              <p:custDataLst>
                <p:tags r:id="rId46"/>
              </p:custDataLst>
            </p:nvPr>
          </p:nvSpPr>
          <p:spPr>
            <a:xfrm>
              <a:off x="1455" y="5880"/>
              <a:ext cx="16290" cy="708"/>
            </a:xfrm>
            <a:custGeom>
              <a:avLst/>
              <a:gdLst>
                <a:gd name="sw" fmla="*/ 1 w 16290"/>
                <a:gd name="sh" fmla="*/ 1 h 708"/>
                <a:gd name="mins" fmla="min sw sh"/>
                <a:gd name="dsw" fmla="+- 0 sw mins"/>
                <a:gd name="dsh" fmla="+- 0 sh mins"/>
                <a:gd name="p0x0" fmla="*/ 0 w 16290"/>
                <a:gd name="p0y0" fmla="*/ 0 h 708"/>
                <a:gd name="p0x1" fmla="*/ 16290 w 16290"/>
                <a:gd name="p0y1" fmla="*/ 0 h 708"/>
                <a:gd name="p0x2" fmla="*/ 16290 w 16290"/>
                <a:gd name="p0y2" fmla="*/ 708 h 708"/>
                <a:gd name="p0x3" fmla="*/ 0 w 16290"/>
                <a:gd name="p0y3" fmla="*/ 708 h 708"/>
                <a:gd name="p0x4" fmla="*/ 0 w 16290"/>
                <a:gd name="p0y4" fmla="*/ 0 h 70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>
              <p:custDataLst>
                <p:tags r:id="rId47"/>
              </p:custDataLst>
            </p:nvPr>
          </p:nvSpPr>
          <p:spPr>
            <a:xfrm>
              <a:off x="1455" y="6573"/>
              <a:ext cx="16290" cy="15"/>
            </a:xfrm>
            <a:custGeom>
              <a:avLst/>
              <a:gdLst>
                <a:gd name="sw" fmla="*/ 1 w 16290"/>
                <a:gd name="sh" fmla="*/ 1 h 15"/>
                <a:gd name="mins" fmla="min sw sh"/>
                <a:gd name="dsw" fmla="+- 0 sw mins"/>
                <a:gd name="dsh" fmla="+- 0 sh mins"/>
                <a:gd name="p0x0" fmla="*/ 16290 w 16290"/>
                <a:gd name="p0y0" fmla="*/ 15 h 15"/>
                <a:gd name="p0x1" fmla="*/ 0 w 16290"/>
                <a:gd name="p0y1" fmla="*/ 15 h 15"/>
                <a:gd name="p0x2" fmla="*/ 0 w 16290"/>
                <a:gd name="p0y2" fmla="*/ 0 h 15"/>
                <a:gd name="p0x3" fmla="*/ 16290 w 16290"/>
                <a:gd name="p0y3" fmla="*/ 0 h 15"/>
                <a:gd name="p0x4" fmla="*/ 16290 w 162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3" name="文本框 42"/>
          <p:cNvSpPr txBox="1"/>
          <p:nvPr>
            <p:custDataLst>
              <p:tags r:id="rId48"/>
            </p:custDataLst>
          </p:nvPr>
        </p:nvSpPr>
        <p:spPr>
          <a:xfrm>
            <a:off x="1076325" y="3827640"/>
            <a:ext cx="323209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群聊吞吐量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9"/>
            </p:custDataLst>
          </p:nvPr>
        </p:nvSpPr>
        <p:spPr>
          <a:xfrm>
            <a:off x="4422724" y="3839547"/>
            <a:ext cx="215481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≥2,000 msg/s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50"/>
            </p:custDataLst>
          </p:nvPr>
        </p:nvSpPr>
        <p:spPr>
          <a:xfrm>
            <a:off x="6691836" y="3827640"/>
            <a:ext cx="258566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EEB24A"/>
                </a:solidFill>
                <a:latin typeface="MiSans" panose="00000500000000000000" charset="-122"/>
                <a:ea typeface="MiSans" panose="00000500000000000000" charset="-122"/>
              </a:rPr>
              <a:t>1,957.4 msg/s</a:t>
            </a:r>
            <a:endParaRPr sz="1500" b="1">
              <a:solidFill>
                <a:srgbClr val="EEB24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1"/>
            </p:custDataLst>
          </p:nvPr>
        </p:nvSpPr>
        <p:spPr>
          <a:xfrm>
            <a:off x="9391650" y="3846195"/>
            <a:ext cx="1724025" cy="214630"/>
          </a:xfrm>
          <a:custGeom>
            <a:avLst/>
            <a:gdLst>
              <a:gd name="sw" fmla="*/ 1 w 2714"/>
              <a:gd name="sh" fmla="*/ 1 h 337"/>
              <a:gd name="mins" fmla="min sw sh"/>
              <a:gd name="dsw" fmla="+- 0 sw mins"/>
              <a:gd name="dsh" fmla="+- 0 sh mins"/>
              <a:gd name="p0x0" fmla="*/ 168 w 2714"/>
              <a:gd name="p0y0" fmla="*/ 0 h 337"/>
              <a:gd name="p0x1" fmla="*/ 2546 w 2714"/>
              <a:gd name="p0y1" fmla="*/ 0 h 337"/>
              <a:gd name="p0x2" fmla="*/ 2639 w 2714"/>
              <a:gd name="p0y2" fmla="*/ 0 h 337"/>
              <a:gd name="p0x3" fmla="*/ 2714 w 2714"/>
              <a:gd name="p0y3" fmla="*/ 75 h 337"/>
              <a:gd name="p0x4" fmla="*/ 2714 w 2714"/>
              <a:gd name="p0y4" fmla="*/ 168 h 337"/>
              <a:gd name="p0x5" fmla="*/ 2714 w 2714"/>
              <a:gd name="p0y5" fmla="*/ 261 h 337"/>
              <a:gd name="p0x6" fmla="*/ 2639 w 2714"/>
              <a:gd name="p0y6" fmla="*/ 337 h 337"/>
              <a:gd name="p0x7" fmla="*/ 2546 w 2714"/>
              <a:gd name="p0y7" fmla="*/ 337 h 337"/>
              <a:gd name="p0x8" fmla="*/ 168 w 2714"/>
              <a:gd name="p0y8" fmla="*/ 337 h 337"/>
              <a:gd name="p0x9" fmla="*/ 75 w 2714"/>
              <a:gd name="p0y9" fmla="*/ 337 h 337"/>
              <a:gd name="p0x10" fmla="*/ 0 w 2714"/>
              <a:gd name="p0y10" fmla="*/ 261 h 337"/>
              <a:gd name="p0x11" fmla="*/ 0 w 2714"/>
              <a:gd name="p0y11" fmla="*/ 168 h 337"/>
              <a:gd name="p0x12" fmla="*/ 0 w 2714"/>
              <a:gd name="p0y12" fmla="*/ 75 h 337"/>
              <a:gd name="p0x13" fmla="*/ 75 w 2714"/>
              <a:gd name="p0y13" fmla="*/ 0 h 337"/>
              <a:gd name="p0x14" fmla="*/ 168 w 2714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CEC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2"/>
            </p:custDataLst>
          </p:nvPr>
        </p:nvSpPr>
        <p:spPr>
          <a:xfrm>
            <a:off x="9920288" y="3865740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68440A"/>
                </a:solidFill>
                <a:latin typeface="MiSans" panose="00000500000000000000" charset="-122"/>
                <a:ea typeface="MiSans" panose="00000500000000000000" charset="-122"/>
              </a:rPr>
              <a:t>接近达标</a:t>
            </a:r>
            <a:endParaRPr sz="1050">
              <a:solidFill>
                <a:srgbClr val="68440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923925" y="4221480"/>
            <a:ext cx="10344150" cy="449580"/>
            <a:chOff x="1455" y="6648"/>
            <a:chExt cx="16290" cy="708"/>
          </a:xfrm>
        </p:grpSpPr>
        <p:sp>
          <p:nvSpPr>
            <p:cNvPr id="48" name="任意多边形 47"/>
            <p:cNvSpPr/>
            <p:nvPr>
              <p:custDataLst>
                <p:tags r:id="rId53"/>
              </p:custDataLst>
            </p:nvPr>
          </p:nvSpPr>
          <p:spPr>
            <a:xfrm>
              <a:off x="1455" y="6648"/>
              <a:ext cx="16290" cy="708"/>
            </a:xfrm>
            <a:custGeom>
              <a:avLst/>
              <a:gdLst>
                <a:gd name="sw" fmla="*/ 1 w 16290"/>
                <a:gd name="sh" fmla="*/ 1 h 708"/>
                <a:gd name="mins" fmla="min sw sh"/>
                <a:gd name="dsw" fmla="+- 0 sw mins"/>
                <a:gd name="dsh" fmla="+- 0 sh mins"/>
                <a:gd name="p0x0" fmla="*/ 0 w 16290"/>
                <a:gd name="p0y0" fmla="*/ 0 h 708"/>
                <a:gd name="p0x1" fmla="*/ 16290 w 16290"/>
                <a:gd name="p0y1" fmla="*/ 0 h 708"/>
                <a:gd name="p0x2" fmla="*/ 16290 w 16290"/>
                <a:gd name="p0y2" fmla="*/ 708 h 708"/>
                <a:gd name="p0x3" fmla="*/ 0 w 16290"/>
                <a:gd name="p0y3" fmla="*/ 708 h 708"/>
                <a:gd name="p0x4" fmla="*/ 0 w 16290"/>
                <a:gd name="p0y4" fmla="*/ 0 h 70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54"/>
              </p:custDataLst>
            </p:nvPr>
          </p:nvSpPr>
          <p:spPr>
            <a:xfrm>
              <a:off x="1455" y="7341"/>
              <a:ext cx="16290" cy="15"/>
            </a:xfrm>
            <a:custGeom>
              <a:avLst/>
              <a:gdLst>
                <a:gd name="sw" fmla="*/ 1 w 16290"/>
                <a:gd name="sh" fmla="*/ 1 h 15"/>
                <a:gd name="mins" fmla="min sw sh"/>
                <a:gd name="dsw" fmla="+- 0 sw mins"/>
                <a:gd name="dsh" fmla="+- 0 sh mins"/>
                <a:gd name="p0x0" fmla="*/ 16290 w 16290"/>
                <a:gd name="p0y0" fmla="*/ 15 h 15"/>
                <a:gd name="p0x1" fmla="*/ 0 w 16290"/>
                <a:gd name="p0y1" fmla="*/ 15 h 15"/>
                <a:gd name="p0x2" fmla="*/ 0 w 16290"/>
                <a:gd name="p0y2" fmla="*/ 0 h 15"/>
                <a:gd name="p0x3" fmla="*/ 16290 w 16290"/>
                <a:gd name="p0y3" fmla="*/ 0 h 15"/>
                <a:gd name="p0x4" fmla="*/ 16290 w 162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文本框 50"/>
          <p:cNvSpPr txBox="1"/>
          <p:nvPr>
            <p:custDataLst>
              <p:tags r:id="rId55"/>
            </p:custDataLst>
          </p:nvPr>
        </p:nvSpPr>
        <p:spPr>
          <a:xfrm>
            <a:off x="1076325" y="4315349"/>
            <a:ext cx="323209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消息发送</a:t>
            </a:r>
            <a:r>
              <a:rPr lang="en-US" altLang="zh-CN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P99</a:t>
            </a:r>
            <a:endParaRPr lang="en-US" altLang="zh-CN"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56"/>
            </p:custDataLst>
          </p:nvPr>
        </p:nvSpPr>
        <p:spPr>
          <a:xfrm>
            <a:off x="4422724" y="4327255"/>
            <a:ext cx="215481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&lt;10ms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57"/>
            </p:custDataLst>
          </p:nvPr>
        </p:nvSpPr>
        <p:spPr>
          <a:xfrm>
            <a:off x="6691836" y="4315349"/>
            <a:ext cx="258566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≤1ms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58"/>
            </p:custDataLst>
          </p:nvPr>
        </p:nvSpPr>
        <p:spPr>
          <a:xfrm>
            <a:off x="9391650" y="4333875"/>
            <a:ext cx="1724025" cy="214630"/>
          </a:xfrm>
          <a:custGeom>
            <a:avLst/>
            <a:gdLst>
              <a:gd name="sw" fmla="*/ 1 w 2714"/>
              <a:gd name="sh" fmla="*/ 1 h 337"/>
              <a:gd name="mins" fmla="min sw sh"/>
              <a:gd name="dsw" fmla="+- 0 sw mins"/>
              <a:gd name="dsh" fmla="+- 0 sh mins"/>
              <a:gd name="p0x0" fmla="*/ 168 w 2714"/>
              <a:gd name="p0y0" fmla="*/ 0 h 337"/>
              <a:gd name="p0x1" fmla="*/ 2546 w 2714"/>
              <a:gd name="p0y1" fmla="*/ 0 h 337"/>
              <a:gd name="p0x2" fmla="*/ 2639 w 2714"/>
              <a:gd name="p0y2" fmla="*/ 0 h 337"/>
              <a:gd name="p0x3" fmla="*/ 2714 w 2714"/>
              <a:gd name="p0y3" fmla="*/ 75 h 337"/>
              <a:gd name="p0x4" fmla="*/ 2714 w 2714"/>
              <a:gd name="p0y4" fmla="*/ 168 h 337"/>
              <a:gd name="p0x5" fmla="*/ 2714 w 2714"/>
              <a:gd name="p0y5" fmla="*/ 261 h 337"/>
              <a:gd name="p0x6" fmla="*/ 2639 w 2714"/>
              <a:gd name="p0y6" fmla="*/ 337 h 337"/>
              <a:gd name="p0x7" fmla="*/ 2546 w 2714"/>
              <a:gd name="p0y7" fmla="*/ 337 h 337"/>
              <a:gd name="p0x8" fmla="*/ 168 w 2714"/>
              <a:gd name="p0y8" fmla="*/ 337 h 337"/>
              <a:gd name="p0x9" fmla="*/ 75 w 2714"/>
              <a:gd name="p0y9" fmla="*/ 337 h 337"/>
              <a:gd name="p0x10" fmla="*/ 0 w 2714"/>
              <a:gd name="p0y10" fmla="*/ 261 h 337"/>
              <a:gd name="p0x11" fmla="*/ 0 w 2714"/>
              <a:gd name="p0y11" fmla="*/ 168 h 337"/>
              <a:gd name="p0x12" fmla="*/ 0 w 2714"/>
              <a:gd name="p0y12" fmla="*/ 75 h 337"/>
              <a:gd name="p0x13" fmla="*/ 75 w 2714"/>
              <a:gd name="p0y13" fmla="*/ 0 h 337"/>
              <a:gd name="p0x14" fmla="*/ 168 w 2714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9"/>
            </p:custDataLst>
          </p:nvPr>
        </p:nvSpPr>
        <p:spPr>
          <a:xfrm>
            <a:off x="9920288" y="4353449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远超目标</a:t>
            </a:r>
            <a:endParaRPr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923925" y="4709160"/>
            <a:ext cx="10344150" cy="449580"/>
            <a:chOff x="1455" y="7416"/>
            <a:chExt cx="16290" cy="708"/>
          </a:xfrm>
        </p:grpSpPr>
        <p:sp>
          <p:nvSpPr>
            <p:cNvPr id="56" name="任意多边形 55"/>
            <p:cNvSpPr/>
            <p:nvPr>
              <p:custDataLst>
                <p:tags r:id="rId60"/>
              </p:custDataLst>
            </p:nvPr>
          </p:nvSpPr>
          <p:spPr>
            <a:xfrm>
              <a:off x="1455" y="7416"/>
              <a:ext cx="16290" cy="708"/>
            </a:xfrm>
            <a:custGeom>
              <a:avLst/>
              <a:gdLst>
                <a:gd name="sw" fmla="*/ 1 w 16290"/>
                <a:gd name="sh" fmla="*/ 1 h 708"/>
                <a:gd name="mins" fmla="min sw sh"/>
                <a:gd name="dsw" fmla="+- 0 sw mins"/>
                <a:gd name="dsh" fmla="+- 0 sh mins"/>
                <a:gd name="p0x0" fmla="*/ 0 w 16290"/>
                <a:gd name="p0y0" fmla="*/ 0 h 708"/>
                <a:gd name="p0x1" fmla="*/ 16290 w 16290"/>
                <a:gd name="p0y1" fmla="*/ 0 h 708"/>
                <a:gd name="p0x2" fmla="*/ 16290 w 16290"/>
                <a:gd name="p0y2" fmla="*/ 708 h 708"/>
                <a:gd name="p0x3" fmla="*/ 0 w 16290"/>
                <a:gd name="p0y3" fmla="*/ 708 h 708"/>
                <a:gd name="p0x4" fmla="*/ 0 w 16290"/>
                <a:gd name="p0y4" fmla="*/ 0 h 70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61"/>
              </p:custDataLst>
            </p:nvPr>
          </p:nvSpPr>
          <p:spPr>
            <a:xfrm>
              <a:off x="1455" y="8109"/>
              <a:ext cx="16290" cy="15"/>
            </a:xfrm>
            <a:custGeom>
              <a:avLst/>
              <a:gdLst>
                <a:gd name="sw" fmla="*/ 1 w 16290"/>
                <a:gd name="sh" fmla="*/ 1 h 15"/>
                <a:gd name="mins" fmla="min sw sh"/>
                <a:gd name="dsw" fmla="+- 0 sw mins"/>
                <a:gd name="dsh" fmla="+- 0 sh mins"/>
                <a:gd name="p0x0" fmla="*/ 16290 w 16290"/>
                <a:gd name="p0y0" fmla="*/ 15 h 15"/>
                <a:gd name="p0x1" fmla="*/ 0 w 16290"/>
                <a:gd name="p0y1" fmla="*/ 15 h 15"/>
                <a:gd name="p0x2" fmla="*/ 0 w 16290"/>
                <a:gd name="p0y2" fmla="*/ 0 h 15"/>
                <a:gd name="p0x3" fmla="*/ 16290 w 16290"/>
                <a:gd name="p0y3" fmla="*/ 0 h 15"/>
                <a:gd name="p0x4" fmla="*/ 16290 w 162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9" name="文本框 58"/>
          <p:cNvSpPr txBox="1"/>
          <p:nvPr>
            <p:custDataLst>
              <p:tags r:id="rId62"/>
            </p:custDataLst>
          </p:nvPr>
        </p:nvSpPr>
        <p:spPr>
          <a:xfrm>
            <a:off x="1076325" y="4803058"/>
            <a:ext cx="323209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E2E P50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3"/>
            </p:custDataLst>
          </p:nvPr>
        </p:nvSpPr>
        <p:spPr>
          <a:xfrm>
            <a:off x="4422724" y="4814964"/>
            <a:ext cx="215481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&lt;100ms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64"/>
            </p:custDataLst>
          </p:nvPr>
        </p:nvSpPr>
        <p:spPr>
          <a:xfrm>
            <a:off x="6691836" y="4814964"/>
            <a:ext cx="258566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53ms(</a:t>
            </a:r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)/42ms(</a:t>
            </a:r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65"/>
            </p:custDataLst>
          </p:nvPr>
        </p:nvSpPr>
        <p:spPr>
          <a:xfrm>
            <a:off x="9391650" y="4821555"/>
            <a:ext cx="1724025" cy="214630"/>
          </a:xfrm>
          <a:custGeom>
            <a:avLst/>
            <a:gdLst>
              <a:gd name="sw" fmla="*/ 1 w 2714"/>
              <a:gd name="sh" fmla="*/ 1 h 337"/>
              <a:gd name="mins" fmla="min sw sh"/>
              <a:gd name="dsw" fmla="+- 0 sw mins"/>
              <a:gd name="dsh" fmla="+- 0 sh mins"/>
              <a:gd name="p0x0" fmla="*/ 168 w 2714"/>
              <a:gd name="p0y0" fmla="*/ 0 h 337"/>
              <a:gd name="p0x1" fmla="*/ 2546 w 2714"/>
              <a:gd name="p0y1" fmla="*/ 0 h 337"/>
              <a:gd name="p0x2" fmla="*/ 2639 w 2714"/>
              <a:gd name="p0y2" fmla="*/ 0 h 337"/>
              <a:gd name="p0x3" fmla="*/ 2714 w 2714"/>
              <a:gd name="p0y3" fmla="*/ 75 h 337"/>
              <a:gd name="p0x4" fmla="*/ 2714 w 2714"/>
              <a:gd name="p0y4" fmla="*/ 168 h 337"/>
              <a:gd name="p0x5" fmla="*/ 2714 w 2714"/>
              <a:gd name="p0y5" fmla="*/ 261 h 337"/>
              <a:gd name="p0x6" fmla="*/ 2639 w 2714"/>
              <a:gd name="p0y6" fmla="*/ 337 h 337"/>
              <a:gd name="p0x7" fmla="*/ 2546 w 2714"/>
              <a:gd name="p0y7" fmla="*/ 337 h 337"/>
              <a:gd name="p0x8" fmla="*/ 168 w 2714"/>
              <a:gd name="p0y8" fmla="*/ 337 h 337"/>
              <a:gd name="p0x9" fmla="*/ 75 w 2714"/>
              <a:gd name="p0y9" fmla="*/ 337 h 337"/>
              <a:gd name="p0x10" fmla="*/ 0 w 2714"/>
              <a:gd name="p0y10" fmla="*/ 261 h 337"/>
              <a:gd name="p0x11" fmla="*/ 0 w 2714"/>
              <a:gd name="p0y11" fmla="*/ 168 h 337"/>
              <a:gd name="p0x12" fmla="*/ 0 w 2714"/>
              <a:gd name="p0y12" fmla="*/ 75 h 337"/>
              <a:gd name="p0x13" fmla="*/ 75 w 2714"/>
              <a:gd name="p0y13" fmla="*/ 0 h 337"/>
              <a:gd name="p0x14" fmla="*/ 168 w 2714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66"/>
            </p:custDataLst>
          </p:nvPr>
        </p:nvSpPr>
        <p:spPr>
          <a:xfrm>
            <a:off x="10053638" y="4841158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达标</a:t>
            </a:r>
            <a:endParaRPr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923925" y="5196840"/>
            <a:ext cx="10344150" cy="449580"/>
            <a:chOff x="1455" y="8184"/>
            <a:chExt cx="16290" cy="708"/>
          </a:xfrm>
        </p:grpSpPr>
        <p:sp>
          <p:nvSpPr>
            <p:cNvPr id="64" name="任意多边形 63"/>
            <p:cNvSpPr/>
            <p:nvPr>
              <p:custDataLst>
                <p:tags r:id="rId67"/>
              </p:custDataLst>
            </p:nvPr>
          </p:nvSpPr>
          <p:spPr>
            <a:xfrm>
              <a:off x="1455" y="8184"/>
              <a:ext cx="16290" cy="708"/>
            </a:xfrm>
            <a:custGeom>
              <a:avLst/>
              <a:gdLst>
                <a:gd name="sw" fmla="*/ 1 w 16290"/>
                <a:gd name="sh" fmla="*/ 1 h 708"/>
                <a:gd name="mins" fmla="min sw sh"/>
                <a:gd name="dsw" fmla="+- 0 sw mins"/>
                <a:gd name="dsh" fmla="+- 0 sh mins"/>
                <a:gd name="p0x0" fmla="*/ 0 w 16290"/>
                <a:gd name="p0y0" fmla="*/ 0 h 708"/>
                <a:gd name="p0x1" fmla="*/ 16290 w 16290"/>
                <a:gd name="p0y1" fmla="*/ 0 h 708"/>
                <a:gd name="p0x2" fmla="*/ 16290 w 16290"/>
                <a:gd name="p0y2" fmla="*/ 708 h 708"/>
                <a:gd name="p0x3" fmla="*/ 0 w 16290"/>
                <a:gd name="p0y3" fmla="*/ 708 h 708"/>
                <a:gd name="p0x4" fmla="*/ 0 w 16290"/>
                <a:gd name="p0y4" fmla="*/ 0 h 70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>
              <p:custDataLst>
                <p:tags r:id="rId68"/>
              </p:custDataLst>
            </p:nvPr>
          </p:nvSpPr>
          <p:spPr>
            <a:xfrm>
              <a:off x="1455" y="8877"/>
              <a:ext cx="16290" cy="15"/>
            </a:xfrm>
            <a:custGeom>
              <a:avLst/>
              <a:gdLst>
                <a:gd name="sw" fmla="*/ 1 w 16290"/>
                <a:gd name="sh" fmla="*/ 1 h 15"/>
                <a:gd name="mins" fmla="min sw sh"/>
                <a:gd name="dsw" fmla="+- 0 sw mins"/>
                <a:gd name="dsh" fmla="+- 0 sh mins"/>
                <a:gd name="p0x0" fmla="*/ 16290 w 16290"/>
                <a:gd name="p0y0" fmla="*/ 15 h 15"/>
                <a:gd name="p0x1" fmla="*/ 0 w 16290"/>
                <a:gd name="p0y1" fmla="*/ 15 h 15"/>
                <a:gd name="p0x2" fmla="*/ 0 w 16290"/>
                <a:gd name="p0y2" fmla="*/ 0 h 15"/>
                <a:gd name="p0x3" fmla="*/ 16290 w 16290"/>
                <a:gd name="p0y3" fmla="*/ 0 h 15"/>
                <a:gd name="p0x4" fmla="*/ 16290 w 162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6E5F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7" name="文本框 66"/>
          <p:cNvSpPr txBox="1"/>
          <p:nvPr>
            <p:custDataLst>
              <p:tags r:id="rId69"/>
            </p:custDataLst>
          </p:nvPr>
        </p:nvSpPr>
        <p:spPr>
          <a:xfrm>
            <a:off x="1076325" y="5290766"/>
            <a:ext cx="323209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E2E P99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70"/>
            </p:custDataLst>
          </p:nvPr>
        </p:nvSpPr>
        <p:spPr>
          <a:xfrm>
            <a:off x="4422724" y="5302672"/>
            <a:ext cx="215481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&lt;500ms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71"/>
            </p:custDataLst>
          </p:nvPr>
        </p:nvSpPr>
        <p:spPr>
          <a:xfrm>
            <a:off x="6691836" y="5302672"/>
            <a:ext cx="258566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154ms(</a:t>
            </a:r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)/84ms(</a:t>
            </a:r>
            <a:r>
              <a:rPr lang="zh-CN" altLang="en-US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)</a:t>
            </a:r>
            <a:endParaRPr lang="en-US" altLang="zh-CN"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72"/>
            </p:custDataLst>
          </p:nvPr>
        </p:nvSpPr>
        <p:spPr>
          <a:xfrm>
            <a:off x="9391650" y="5309235"/>
            <a:ext cx="1724025" cy="214630"/>
          </a:xfrm>
          <a:custGeom>
            <a:avLst/>
            <a:gdLst>
              <a:gd name="sw" fmla="*/ 1 w 2714"/>
              <a:gd name="sh" fmla="*/ 1 h 337"/>
              <a:gd name="mins" fmla="min sw sh"/>
              <a:gd name="dsw" fmla="+- 0 sw mins"/>
              <a:gd name="dsh" fmla="+- 0 sh mins"/>
              <a:gd name="p0x0" fmla="*/ 168 w 2714"/>
              <a:gd name="p0y0" fmla="*/ 0 h 337"/>
              <a:gd name="p0x1" fmla="*/ 2546 w 2714"/>
              <a:gd name="p0y1" fmla="*/ 0 h 337"/>
              <a:gd name="p0x2" fmla="*/ 2639 w 2714"/>
              <a:gd name="p0y2" fmla="*/ 0 h 337"/>
              <a:gd name="p0x3" fmla="*/ 2714 w 2714"/>
              <a:gd name="p0y3" fmla="*/ 75 h 337"/>
              <a:gd name="p0x4" fmla="*/ 2714 w 2714"/>
              <a:gd name="p0y4" fmla="*/ 168 h 337"/>
              <a:gd name="p0x5" fmla="*/ 2714 w 2714"/>
              <a:gd name="p0y5" fmla="*/ 261 h 337"/>
              <a:gd name="p0x6" fmla="*/ 2639 w 2714"/>
              <a:gd name="p0y6" fmla="*/ 337 h 337"/>
              <a:gd name="p0x7" fmla="*/ 2546 w 2714"/>
              <a:gd name="p0y7" fmla="*/ 337 h 337"/>
              <a:gd name="p0x8" fmla="*/ 168 w 2714"/>
              <a:gd name="p0y8" fmla="*/ 337 h 337"/>
              <a:gd name="p0x9" fmla="*/ 75 w 2714"/>
              <a:gd name="p0y9" fmla="*/ 337 h 337"/>
              <a:gd name="p0x10" fmla="*/ 0 w 2714"/>
              <a:gd name="p0y10" fmla="*/ 261 h 337"/>
              <a:gd name="p0x11" fmla="*/ 0 w 2714"/>
              <a:gd name="p0y11" fmla="*/ 168 h 337"/>
              <a:gd name="p0x12" fmla="*/ 0 w 2714"/>
              <a:gd name="p0y12" fmla="*/ 75 h 337"/>
              <a:gd name="p0x13" fmla="*/ 75 w 2714"/>
              <a:gd name="p0y13" fmla="*/ 0 h 337"/>
              <a:gd name="p0x14" fmla="*/ 168 w 2714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73"/>
            </p:custDataLst>
          </p:nvPr>
        </p:nvSpPr>
        <p:spPr>
          <a:xfrm>
            <a:off x="10053638" y="5328866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达标</a:t>
            </a:r>
            <a:endParaRPr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74"/>
            </p:custDataLst>
          </p:nvPr>
        </p:nvSpPr>
        <p:spPr>
          <a:xfrm>
            <a:off x="1076325" y="5778484"/>
            <a:ext cx="323209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消息丢失率</a:t>
            </a:r>
            <a:endParaRPr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75"/>
            </p:custDataLst>
          </p:nvPr>
        </p:nvSpPr>
        <p:spPr>
          <a:xfrm>
            <a:off x="4422724" y="5790390"/>
            <a:ext cx="215481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&lt;0.1%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76"/>
            </p:custDataLst>
          </p:nvPr>
        </p:nvSpPr>
        <p:spPr>
          <a:xfrm>
            <a:off x="6691836" y="5778484"/>
            <a:ext cx="258566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0%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77"/>
            </p:custDataLst>
          </p:nvPr>
        </p:nvSpPr>
        <p:spPr>
          <a:xfrm>
            <a:off x="9391650" y="5796915"/>
            <a:ext cx="1724025" cy="214630"/>
          </a:xfrm>
          <a:custGeom>
            <a:avLst/>
            <a:gdLst>
              <a:gd name="sw" fmla="*/ 1 w 2714"/>
              <a:gd name="sh" fmla="*/ 1 h 337"/>
              <a:gd name="mins" fmla="min sw sh"/>
              <a:gd name="dsw" fmla="+- 0 sw mins"/>
              <a:gd name="dsh" fmla="+- 0 sh mins"/>
              <a:gd name="p0x0" fmla="*/ 168 w 2714"/>
              <a:gd name="p0y0" fmla="*/ 0 h 337"/>
              <a:gd name="p0x1" fmla="*/ 2546 w 2714"/>
              <a:gd name="p0y1" fmla="*/ 0 h 337"/>
              <a:gd name="p0x2" fmla="*/ 2639 w 2714"/>
              <a:gd name="p0y2" fmla="*/ 0 h 337"/>
              <a:gd name="p0x3" fmla="*/ 2714 w 2714"/>
              <a:gd name="p0y3" fmla="*/ 75 h 337"/>
              <a:gd name="p0x4" fmla="*/ 2714 w 2714"/>
              <a:gd name="p0y4" fmla="*/ 168 h 337"/>
              <a:gd name="p0x5" fmla="*/ 2714 w 2714"/>
              <a:gd name="p0y5" fmla="*/ 261 h 337"/>
              <a:gd name="p0x6" fmla="*/ 2639 w 2714"/>
              <a:gd name="p0y6" fmla="*/ 337 h 337"/>
              <a:gd name="p0x7" fmla="*/ 2546 w 2714"/>
              <a:gd name="p0y7" fmla="*/ 337 h 337"/>
              <a:gd name="p0x8" fmla="*/ 168 w 2714"/>
              <a:gd name="p0y8" fmla="*/ 337 h 337"/>
              <a:gd name="p0x9" fmla="*/ 75 w 2714"/>
              <a:gd name="p0y9" fmla="*/ 337 h 337"/>
              <a:gd name="p0x10" fmla="*/ 0 w 2714"/>
              <a:gd name="p0y10" fmla="*/ 261 h 337"/>
              <a:gd name="p0x11" fmla="*/ 0 w 2714"/>
              <a:gd name="p0y11" fmla="*/ 168 h 337"/>
              <a:gd name="p0x12" fmla="*/ 0 w 2714"/>
              <a:gd name="p0y12" fmla="*/ 75 h 337"/>
              <a:gd name="p0x13" fmla="*/ 75 w 2714"/>
              <a:gd name="p0y13" fmla="*/ 0 h 337"/>
              <a:gd name="p0x14" fmla="*/ 168 w 2714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DF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78"/>
            </p:custDataLst>
          </p:nvPr>
        </p:nvSpPr>
        <p:spPr>
          <a:xfrm>
            <a:off x="10053638" y="5816584"/>
            <a:ext cx="4001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达标</a:t>
            </a:r>
            <a:endParaRPr sz="1050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延迟分布与投递可靠性</a:t>
            </a:r>
            <a:endParaRPr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381625" cy="4067175"/>
          </a:xfrm>
          <a:custGeom>
            <a:avLst/>
            <a:gdLst>
              <a:gd name="sw" fmla="*/ 1 w 8475"/>
              <a:gd name="sh" fmla="*/ 1 h 6405"/>
              <a:gd name="mins" fmla="min sw sh"/>
              <a:gd name="dsw" fmla="+- 0 sw mins"/>
              <a:gd name="dsh" fmla="+- 0 sh mins"/>
              <a:gd name="p0x0" fmla="*/ 330 w 8475"/>
              <a:gd name="p0y0" fmla="*/ 0 h 6405"/>
              <a:gd name="p0x1" fmla="*/ 8145 w 8475"/>
              <a:gd name="p0y1" fmla="*/ 0 h 6405"/>
              <a:gd name="p0x2" fmla="*/ 8327 w 8475"/>
              <a:gd name="p0y2" fmla="*/ 0 h 6405"/>
              <a:gd name="p0x3" fmla="*/ 8475 w 8475"/>
              <a:gd name="p0y3" fmla="*/ 147 h 6405"/>
              <a:gd name="p0x4" fmla="*/ 8475 w 8475"/>
              <a:gd name="p0y4" fmla="*/ 330 h 6405"/>
              <a:gd name="p0x5" fmla="*/ 8475 w 8475"/>
              <a:gd name="p0y5" fmla="*/ 6075 h 6405"/>
              <a:gd name="p0x6" fmla="*/ 8475 w 8475"/>
              <a:gd name="p0y6" fmla="*/ 6257 h 6405"/>
              <a:gd name="p0x7" fmla="*/ 8327 w 8475"/>
              <a:gd name="p0y7" fmla="*/ 6405 h 6405"/>
              <a:gd name="p0x8" fmla="*/ 8145 w 8475"/>
              <a:gd name="p0y8" fmla="*/ 6405 h 6405"/>
              <a:gd name="p0x9" fmla="*/ 330 w 8475"/>
              <a:gd name="p0y9" fmla="*/ 6405 h 6405"/>
              <a:gd name="p0x10" fmla="*/ 147 w 8475"/>
              <a:gd name="p0y10" fmla="*/ 6405 h 6405"/>
              <a:gd name="p0x11" fmla="*/ 0 w 8475"/>
              <a:gd name="p0y11" fmla="*/ 6257 h 6405"/>
              <a:gd name="p0x12" fmla="*/ 0 w 8475"/>
              <a:gd name="p0y12" fmla="*/ 6075 h 6405"/>
              <a:gd name="p0x13" fmla="*/ 0 w 8475"/>
              <a:gd name="p0y13" fmla="*/ 330 h 6405"/>
              <a:gd name="p0x14" fmla="*/ 0 w 8475"/>
              <a:gd name="p0y14" fmla="*/ 147 h 6405"/>
              <a:gd name="p0x15" fmla="*/ 147 w 8475"/>
              <a:gd name="p0y15" fmla="*/ 0 h 6405"/>
              <a:gd name="p0x16" fmla="*/ 330 w 8475"/>
              <a:gd name="p0y16" fmla="*/ 0 h 6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304925"/>
            <a:ext cx="49911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vs </a:t>
            </a:r>
            <a:r>
              <a:rPr lang="zh-CN" alt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E2E </a:t>
            </a:r>
            <a:r>
              <a:rPr lang="zh-CN" altLang="en-US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延迟对比</a:t>
            </a:r>
            <a:endParaRPr lang="zh-CN" altLang="en-US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pic>
        <p:nvPicPr>
          <p:cNvPr id="6" name="图片 5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71525" y="1718945"/>
            <a:ext cx="4991100" cy="3267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575945" y="5376545"/>
            <a:ext cx="2590800" cy="1095375"/>
          </a:xfrm>
          <a:custGeom>
            <a:avLst/>
            <a:gdLst>
              <a:gd name="sw" fmla="*/ 1 w 4080"/>
              <a:gd name="sh" fmla="*/ 1 h 1725"/>
              <a:gd name="mins" fmla="min sw sh"/>
              <a:gd name="dsw" fmla="+- 0 sw mins"/>
              <a:gd name="dsh" fmla="+- 0 sh mins"/>
              <a:gd name="p0x0" fmla="*/ 330 w 4080"/>
              <a:gd name="p0y0" fmla="*/ 0 h 1725"/>
              <a:gd name="p0x1" fmla="*/ 3750 w 4080"/>
              <a:gd name="p0y1" fmla="*/ 0 h 1725"/>
              <a:gd name="p0x2" fmla="*/ 3932 w 4080"/>
              <a:gd name="p0y2" fmla="*/ 0 h 1725"/>
              <a:gd name="p0x3" fmla="*/ 4080 w 4080"/>
              <a:gd name="p0y3" fmla="*/ 147 h 1725"/>
              <a:gd name="p0x4" fmla="*/ 4080 w 4080"/>
              <a:gd name="p0y4" fmla="*/ 330 h 1725"/>
              <a:gd name="p0x5" fmla="*/ 4080 w 4080"/>
              <a:gd name="p0y5" fmla="*/ 1395 h 1725"/>
              <a:gd name="p0x6" fmla="*/ 4080 w 4080"/>
              <a:gd name="p0y6" fmla="*/ 1577 h 1725"/>
              <a:gd name="p0x7" fmla="*/ 3932 w 4080"/>
              <a:gd name="p0y7" fmla="*/ 1725 h 1725"/>
              <a:gd name="p0x8" fmla="*/ 3750 w 4080"/>
              <a:gd name="p0y8" fmla="*/ 1725 h 1725"/>
              <a:gd name="p0x9" fmla="*/ 330 w 4080"/>
              <a:gd name="p0y9" fmla="*/ 1725 h 1725"/>
              <a:gd name="p0x10" fmla="*/ 147 w 4080"/>
              <a:gd name="p0y10" fmla="*/ 1725 h 1725"/>
              <a:gd name="p0x11" fmla="*/ 0 w 4080"/>
              <a:gd name="p0y11" fmla="*/ 1577 h 1725"/>
              <a:gd name="p0x12" fmla="*/ 0 w 4080"/>
              <a:gd name="p0y12" fmla="*/ 1395 h 1725"/>
              <a:gd name="p0x13" fmla="*/ 0 w 4080"/>
              <a:gd name="p0y13" fmla="*/ 330 h 1725"/>
              <a:gd name="p0x14" fmla="*/ 0 w 4080"/>
              <a:gd name="p0y14" fmla="*/ 147 h 1725"/>
              <a:gd name="p0x15" fmla="*/ 147 w 4080"/>
              <a:gd name="p0y15" fmla="*/ 0 h 1725"/>
              <a:gd name="p0x16" fmla="*/ 330 w 4080"/>
              <a:gd name="p0y16" fmla="*/ 0 h 17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357236" y="5495925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私聊主力区间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197550" y="5762625"/>
            <a:ext cx="161493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50-100ms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461716" y="6153150"/>
            <a:ext cx="9722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占比</a:t>
            </a:r>
            <a:r>
              <a:rPr lang="en-US" altLang="zh-CN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42.3%</a:t>
            </a:r>
            <a:endParaRPr lang="en-US" altLang="zh-CN"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3366770" y="5376545"/>
            <a:ext cx="2590800" cy="1095375"/>
          </a:xfrm>
          <a:custGeom>
            <a:avLst/>
            <a:gdLst>
              <a:gd name="sw" fmla="*/ 1 w 4080"/>
              <a:gd name="sh" fmla="*/ 1 h 1725"/>
              <a:gd name="mins" fmla="min sw sh"/>
              <a:gd name="dsw" fmla="+- 0 sw mins"/>
              <a:gd name="dsh" fmla="+- 0 sh mins"/>
              <a:gd name="p0x0" fmla="*/ 330 w 4080"/>
              <a:gd name="p0y0" fmla="*/ 0 h 1725"/>
              <a:gd name="p0x1" fmla="*/ 3750 w 4080"/>
              <a:gd name="p0y1" fmla="*/ 0 h 1725"/>
              <a:gd name="p0x2" fmla="*/ 3932 w 4080"/>
              <a:gd name="p0y2" fmla="*/ 0 h 1725"/>
              <a:gd name="p0x3" fmla="*/ 4080 w 4080"/>
              <a:gd name="p0y3" fmla="*/ 147 h 1725"/>
              <a:gd name="p0x4" fmla="*/ 4080 w 4080"/>
              <a:gd name="p0y4" fmla="*/ 330 h 1725"/>
              <a:gd name="p0x5" fmla="*/ 4080 w 4080"/>
              <a:gd name="p0y5" fmla="*/ 1395 h 1725"/>
              <a:gd name="p0x6" fmla="*/ 4080 w 4080"/>
              <a:gd name="p0y6" fmla="*/ 1577 h 1725"/>
              <a:gd name="p0x7" fmla="*/ 3932 w 4080"/>
              <a:gd name="p0y7" fmla="*/ 1725 h 1725"/>
              <a:gd name="p0x8" fmla="*/ 3750 w 4080"/>
              <a:gd name="p0y8" fmla="*/ 1725 h 1725"/>
              <a:gd name="p0x9" fmla="*/ 330 w 4080"/>
              <a:gd name="p0y9" fmla="*/ 1725 h 1725"/>
              <a:gd name="p0x10" fmla="*/ 147 w 4080"/>
              <a:gd name="p0y10" fmla="*/ 1725 h 1725"/>
              <a:gd name="p0x11" fmla="*/ 0 w 4080"/>
              <a:gd name="p0y11" fmla="*/ 1577 h 1725"/>
              <a:gd name="p0x12" fmla="*/ 0 w 4080"/>
              <a:gd name="p0y12" fmla="*/ 1395 h 1725"/>
              <a:gd name="p0x13" fmla="*/ 0 w 4080"/>
              <a:gd name="p0y13" fmla="*/ 330 h 1725"/>
              <a:gd name="p0x14" fmla="*/ 0 w 4080"/>
              <a:gd name="p0y14" fmla="*/ 147 h 1725"/>
              <a:gd name="p0x15" fmla="*/ 147 w 4080"/>
              <a:gd name="p0y15" fmla="*/ 0 h 1725"/>
              <a:gd name="p0x16" fmla="*/ 330 w 4080"/>
              <a:gd name="p0y16" fmla="*/ 0 h 17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4EA0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4148061" y="5495925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群聊主力区间</a:t>
            </a:r>
            <a:endParaRPr sz="1350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4071566" y="5762625"/>
            <a:ext cx="1448467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</a:rPr>
              <a:t>25-50ms</a:t>
            </a:r>
            <a:endParaRPr sz="2100" b="1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4252541" y="6153150"/>
            <a:ext cx="9722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占比</a:t>
            </a:r>
            <a:r>
              <a:rPr lang="en-US" altLang="zh-CN" sz="1200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76.5%</a:t>
            </a:r>
            <a:endParaRPr lang="en-US" altLang="zh-CN" sz="1200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6233795" y="1109345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330 w 8475"/>
              <a:gd name="p0y0" fmla="*/ 0 h 4065"/>
              <a:gd name="p0x1" fmla="*/ 8145 w 8475"/>
              <a:gd name="p0y1" fmla="*/ 0 h 4065"/>
              <a:gd name="p0x2" fmla="*/ 8327 w 8475"/>
              <a:gd name="p0y2" fmla="*/ 0 h 4065"/>
              <a:gd name="p0x3" fmla="*/ 8475 w 8475"/>
              <a:gd name="p0y3" fmla="*/ 147 h 4065"/>
              <a:gd name="p0x4" fmla="*/ 8475 w 8475"/>
              <a:gd name="p0y4" fmla="*/ 330 h 4065"/>
              <a:gd name="p0x5" fmla="*/ 8475 w 8475"/>
              <a:gd name="p0y5" fmla="*/ 3735 h 4065"/>
              <a:gd name="p0x6" fmla="*/ 8475 w 8475"/>
              <a:gd name="p0y6" fmla="*/ 3917 h 4065"/>
              <a:gd name="p0x7" fmla="*/ 8327 w 8475"/>
              <a:gd name="p0y7" fmla="*/ 4065 h 4065"/>
              <a:gd name="p0x8" fmla="*/ 8145 w 8475"/>
              <a:gd name="p0y8" fmla="*/ 4065 h 4065"/>
              <a:gd name="p0x9" fmla="*/ 330 w 8475"/>
              <a:gd name="p0y9" fmla="*/ 4065 h 4065"/>
              <a:gd name="p0x10" fmla="*/ 147 w 8475"/>
              <a:gd name="p0y10" fmla="*/ 4065 h 4065"/>
              <a:gd name="p0x11" fmla="*/ 0 w 8475"/>
              <a:gd name="p0y11" fmla="*/ 3917 h 4065"/>
              <a:gd name="p0x12" fmla="*/ 0 w 8475"/>
              <a:gd name="p0y12" fmla="*/ 3735 h 4065"/>
              <a:gd name="p0x13" fmla="*/ 0 w 8475"/>
              <a:gd name="p0y13" fmla="*/ 330 h 4065"/>
              <a:gd name="p0x14" fmla="*/ 0 w 8475"/>
              <a:gd name="p0y14" fmla="*/ 147 h 4065"/>
              <a:gd name="p0x15" fmla="*/ 147 w 8475"/>
              <a:gd name="p0y15" fmla="*/ 0 h 4065"/>
              <a:gd name="p0x16" fmla="*/ 330 w 847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642937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4314" r="-4314"/>
          <a:stretch>
            <a:fillRect/>
          </a:stretch>
        </p:blipFill>
        <p:spPr>
          <a:xfrm>
            <a:off x="6550660" y="1414145"/>
            <a:ext cx="175895" cy="20002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6962775" y="1364456"/>
            <a:ext cx="4457700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延迟分析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6429375" y="1838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3485" t="-37500" r="-3485" b="-37500"/>
          <a:stretch>
            <a:fillRect/>
          </a:stretch>
        </p:blipFill>
        <p:spPr>
          <a:xfrm>
            <a:off x="6526530" y="1947545"/>
            <a:ext cx="224155" cy="20002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6962775" y="1838325"/>
            <a:ext cx="44577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群聊延迟显著更低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6962775" y="2075498"/>
            <a:ext cx="3823173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P50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仅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42ms vs 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53ms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，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P99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仅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84ms vs 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154ms</a:t>
            </a:r>
            <a:r>
              <a:rPr lang="zh-CN" altLang="en-US"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，</a:t>
            </a:r>
            <a:r>
              <a:rPr sz="135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全分位点优于私聊</a:t>
            </a:r>
            <a:endParaRPr sz="135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6429375" y="27152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4314" t="-11765" r="-4314" b="-11765"/>
          <a:stretch>
            <a:fillRect/>
          </a:stretch>
        </p:blipFill>
        <p:spPr>
          <a:xfrm>
            <a:off x="6550660" y="2825115"/>
            <a:ext cx="175895" cy="20002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6962775" y="2715597"/>
            <a:ext cx="44577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写扩散本地推送优势</a:t>
            </a:r>
            <a:endParaRPr sz="15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6962775" y="2953722"/>
            <a:ext cx="44577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群聊直接推送到本地在线用户，</a:t>
            </a:r>
            <a:r>
              <a:rPr lang="zh-CN" sz="15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减少跨实例</a:t>
            </a:r>
            <a:r>
              <a:rPr lang="en-US" altLang="zh-CN" sz="15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altLang="en-US" sz="15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往返</a:t>
            </a: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，降低网络延迟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6233795" y="3890645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330 w 8475"/>
              <a:gd name="p0y0" fmla="*/ 0 h 4065"/>
              <a:gd name="p0x1" fmla="*/ 8145 w 8475"/>
              <a:gd name="p0y1" fmla="*/ 0 h 4065"/>
              <a:gd name="p0x2" fmla="*/ 8327 w 8475"/>
              <a:gd name="p0y2" fmla="*/ 0 h 4065"/>
              <a:gd name="p0x3" fmla="*/ 8475 w 8475"/>
              <a:gd name="p0y3" fmla="*/ 147 h 4065"/>
              <a:gd name="p0x4" fmla="*/ 8475 w 8475"/>
              <a:gd name="p0y4" fmla="*/ 330 h 4065"/>
              <a:gd name="p0x5" fmla="*/ 8475 w 8475"/>
              <a:gd name="p0y5" fmla="*/ 3735 h 4065"/>
              <a:gd name="p0x6" fmla="*/ 8475 w 8475"/>
              <a:gd name="p0y6" fmla="*/ 3917 h 4065"/>
              <a:gd name="p0x7" fmla="*/ 8327 w 8475"/>
              <a:gd name="p0y7" fmla="*/ 4065 h 4065"/>
              <a:gd name="p0x8" fmla="*/ 8145 w 8475"/>
              <a:gd name="p0y8" fmla="*/ 4065 h 4065"/>
              <a:gd name="p0x9" fmla="*/ 330 w 8475"/>
              <a:gd name="p0y9" fmla="*/ 4065 h 4065"/>
              <a:gd name="p0x10" fmla="*/ 147 w 8475"/>
              <a:gd name="p0y10" fmla="*/ 4065 h 4065"/>
              <a:gd name="p0x11" fmla="*/ 0 w 8475"/>
              <a:gd name="p0y11" fmla="*/ 3917 h 4065"/>
              <a:gd name="p0x12" fmla="*/ 0 w 8475"/>
              <a:gd name="p0y12" fmla="*/ 3735 h 4065"/>
              <a:gd name="p0x13" fmla="*/ 0 w 8475"/>
              <a:gd name="p0y13" fmla="*/ 330 h 4065"/>
              <a:gd name="p0x14" fmla="*/ 0 w 8475"/>
              <a:gd name="p0y14" fmla="*/ 147 h 4065"/>
              <a:gd name="p0x15" fmla="*/ 147 w 8475"/>
              <a:gd name="p0y15" fmla="*/ 0 h 4065"/>
              <a:gd name="p0x16" fmla="*/ 330 w 847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6429375" y="4086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8333" t="-5263" r="-8333" b="-5263"/>
          <a:stretch>
            <a:fillRect/>
          </a:stretch>
        </p:blipFill>
        <p:spPr>
          <a:xfrm>
            <a:off x="6538595" y="4195445"/>
            <a:ext cx="200025" cy="20002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6962775" y="4145756"/>
            <a:ext cx="4457700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投递可靠性验证</a:t>
            </a:r>
            <a:endParaRPr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6429375" y="4619625"/>
            <a:ext cx="4991100" cy="254635"/>
          </a:xfrm>
          <a:custGeom>
            <a:avLst/>
            <a:gdLst>
              <a:gd name="sw" fmla="*/ 1 w 7860"/>
              <a:gd name="sh" fmla="*/ 1 h 401"/>
              <a:gd name="mins" fmla="min sw sh"/>
              <a:gd name="dsw" fmla="+- 0 sw mins"/>
              <a:gd name="dsh" fmla="+- 0 sh mins"/>
              <a:gd name="p0x0" fmla="*/ 90 w 7860"/>
              <a:gd name="p0y0" fmla="*/ 0 h 401"/>
              <a:gd name="p0x1" fmla="*/ 7770 w 7860"/>
              <a:gd name="p0y1" fmla="*/ 0 h 401"/>
              <a:gd name="p0x2" fmla="*/ 7819 w 7860"/>
              <a:gd name="p0y2" fmla="*/ 0 h 401"/>
              <a:gd name="p0x3" fmla="*/ 7860 w 7860"/>
              <a:gd name="p0y3" fmla="*/ 40 h 401"/>
              <a:gd name="p0x4" fmla="*/ 7860 w 7860"/>
              <a:gd name="p0y4" fmla="*/ 90 h 401"/>
              <a:gd name="p0x5" fmla="*/ 7860 w 7860"/>
              <a:gd name="p0y5" fmla="*/ 311 h 401"/>
              <a:gd name="p0x6" fmla="*/ 7860 w 7860"/>
              <a:gd name="p0y6" fmla="*/ 361 h 401"/>
              <a:gd name="p0x7" fmla="*/ 7819 w 7860"/>
              <a:gd name="p0y7" fmla="*/ 401 h 401"/>
              <a:gd name="p0x8" fmla="*/ 7770 w 7860"/>
              <a:gd name="p0y8" fmla="*/ 401 h 401"/>
              <a:gd name="p0x9" fmla="*/ 90 w 7860"/>
              <a:gd name="p0y9" fmla="*/ 401 h 401"/>
              <a:gd name="p0x10" fmla="*/ 40 w 7860"/>
              <a:gd name="p0y10" fmla="*/ 401 h 401"/>
              <a:gd name="p0x11" fmla="*/ 0 w 7860"/>
              <a:gd name="p0y11" fmla="*/ 361 h 401"/>
              <a:gd name="p0x12" fmla="*/ 0 w 7860"/>
              <a:gd name="p0y12" fmla="*/ 311 h 401"/>
              <a:gd name="p0x13" fmla="*/ 0 w 7860"/>
              <a:gd name="p0y13" fmla="*/ 90 h 401"/>
              <a:gd name="p0x14" fmla="*/ 0 w 7860"/>
              <a:gd name="p0y14" fmla="*/ 40 h 401"/>
              <a:gd name="p0x15" fmla="*/ 40 w 7860"/>
              <a:gd name="p0y15" fmla="*/ 0 h 401"/>
              <a:gd name="p0x16" fmla="*/ 90 w 7860"/>
              <a:gd name="p0y16" fmla="*/ 0 h 4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9"/>
            </p:custDataLst>
          </p:nvPr>
        </p:nvSpPr>
        <p:spPr>
          <a:xfrm>
            <a:off x="6543675" y="4695825"/>
            <a:ext cx="111434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测试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0"/>
            </p:custDataLst>
          </p:nvPr>
        </p:nvSpPr>
        <p:spPr>
          <a:xfrm>
            <a:off x="7734224" y="4695825"/>
            <a:ext cx="92868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发送条数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1"/>
            </p:custDataLst>
          </p:nvPr>
        </p:nvSpPr>
        <p:spPr>
          <a:xfrm>
            <a:off x="8739112" y="4695825"/>
            <a:ext cx="92868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接收条数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2"/>
            </p:custDataLst>
          </p:nvPr>
        </p:nvSpPr>
        <p:spPr>
          <a:xfrm>
            <a:off x="9748095" y="4695825"/>
            <a:ext cx="73476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Timeout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3"/>
            </p:custDataLst>
          </p:nvPr>
        </p:nvSpPr>
        <p:spPr>
          <a:xfrm>
            <a:off x="10629747" y="4695825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投递率</a:t>
            </a:r>
            <a:endParaRPr sz="1200" b="1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4"/>
            </p:custDataLst>
          </p:nvPr>
        </p:nvSpPr>
        <p:spPr>
          <a:xfrm>
            <a:off x="6429375" y="4950460"/>
            <a:ext cx="4991100" cy="358140"/>
          </a:xfrm>
          <a:custGeom>
            <a:avLst/>
            <a:gdLst>
              <a:gd name="sw" fmla="*/ 1 w 7860"/>
              <a:gd name="sh" fmla="*/ 1 h 563"/>
              <a:gd name="mins" fmla="min sw sh"/>
              <a:gd name="dsw" fmla="+- 0 sw mins"/>
              <a:gd name="dsh" fmla="+- 0 sh mins"/>
              <a:gd name="p0x0" fmla="*/ 90 w 7860"/>
              <a:gd name="p0y0" fmla="*/ 0 h 563"/>
              <a:gd name="p0x1" fmla="*/ 7770 w 7860"/>
              <a:gd name="p0y1" fmla="*/ 0 h 563"/>
              <a:gd name="p0x2" fmla="*/ 7819 w 7860"/>
              <a:gd name="p0y2" fmla="*/ 0 h 563"/>
              <a:gd name="p0x3" fmla="*/ 7860 w 7860"/>
              <a:gd name="p0y3" fmla="*/ 40 h 563"/>
              <a:gd name="p0x4" fmla="*/ 7860 w 7860"/>
              <a:gd name="p0y4" fmla="*/ 90 h 563"/>
              <a:gd name="p0x5" fmla="*/ 7860 w 7860"/>
              <a:gd name="p0y5" fmla="*/ 473 h 563"/>
              <a:gd name="p0x6" fmla="*/ 7860 w 7860"/>
              <a:gd name="p0y6" fmla="*/ 523 h 563"/>
              <a:gd name="p0x7" fmla="*/ 7819 w 7860"/>
              <a:gd name="p0y7" fmla="*/ 563 h 563"/>
              <a:gd name="p0x8" fmla="*/ 7770 w 7860"/>
              <a:gd name="p0y8" fmla="*/ 563 h 563"/>
              <a:gd name="p0x9" fmla="*/ 90 w 7860"/>
              <a:gd name="p0y9" fmla="*/ 563 h 563"/>
              <a:gd name="p0x10" fmla="*/ 40 w 7860"/>
              <a:gd name="p0y10" fmla="*/ 563 h 563"/>
              <a:gd name="p0x11" fmla="*/ 0 w 7860"/>
              <a:gd name="p0y11" fmla="*/ 523 h 563"/>
              <a:gd name="p0x12" fmla="*/ 0 w 7860"/>
              <a:gd name="p0y12" fmla="*/ 473 h 563"/>
              <a:gd name="p0x13" fmla="*/ 0 w 7860"/>
              <a:gd name="p0y13" fmla="*/ 90 h 563"/>
              <a:gd name="p0x14" fmla="*/ 0 w 7860"/>
              <a:gd name="p0y14" fmla="*/ 40 h 563"/>
              <a:gd name="p0x15" fmla="*/ 40 w 7860"/>
              <a:gd name="p0y15" fmla="*/ 0 h 563"/>
              <a:gd name="p0x16" fmla="*/ 90 w 7860"/>
              <a:gd name="p0y16" fmla="*/ 0 h 56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5"/>
            </p:custDataLst>
          </p:nvPr>
        </p:nvSpPr>
        <p:spPr>
          <a:xfrm>
            <a:off x="6543675" y="5003454"/>
            <a:ext cx="111434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6"/>
            </p:custDataLst>
          </p:nvPr>
        </p:nvSpPr>
        <p:spPr>
          <a:xfrm>
            <a:off x="7734224" y="5015360"/>
            <a:ext cx="92868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35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36,589</a:t>
            </a:r>
            <a:endParaRPr sz="135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7"/>
            </p:custDataLst>
          </p:nvPr>
        </p:nvSpPr>
        <p:spPr>
          <a:xfrm>
            <a:off x="8739112" y="5015360"/>
            <a:ext cx="92868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164,279</a:t>
            </a:r>
            <a:endParaRPr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8"/>
            </p:custDataLst>
          </p:nvPr>
        </p:nvSpPr>
        <p:spPr>
          <a:xfrm>
            <a:off x="9991725" y="502964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0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9"/>
            </p:custDataLst>
          </p:nvPr>
        </p:nvSpPr>
        <p:spPr>
          <a:xfrm>
            <a:off x="10573417" y="5003454"/>
            <a:ext cx="72241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100%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0"/>
            </p:custDataLst>
          </p:nvPr>
        </p:nvSpPr>
        <p:spPr>
          <a:xfrm>
            <a:off x="6429375" y="5384800"/>
            <a:ext cx="4991100" cy="357505"/>
          </a:xfrm>
          <a:custGeom>
            <a:avLst/>
            <a:gdLst>
              <a:gd name="sw" fmla="*/ 1 w 7860"/>
              <a:gd name="sh" fmla="*/ 1 h 563"/>
              <a:gd name="mins" fmla="min sw sh"/>
              <a:gd name="dsw" fmla="+- 0 sw mins"/>
              <a:gd name="dsh" fmla="+- 0 sh mins"/>
              <a:gd name="p0x0" fmla="*/ 90 w 7860"/>
              <a:gd name="p0y0" fmla="*/ 0 h 563"/>
              <a:gd name="p0x1" fmla="*/ 7770 w 7860"/>
              <a:gd name="p0y1" fmla="*/ 0 h 563"/>
              <a:gd name="p0x2" fmla="*/ 7819 w 7860"/>
              <a:gd name="p0y2" fmla="*/ 0 h 563"/>
              <a:gd name="p0x3" fmla="*/ 7860 w 7860"/>
              <a:gd name="p0y3" fmla="*/ 40 h 563"/>
              <a:gd name="p0x4" fmla="*/ 7860 w 7860"/>
              <a:gd name="p0y4" fmla="*/ 90 h 563"/>
              <a:gd name="p0x5" fmla="*/ 7860 w 7860"/>
              <a:gd name="p0y5" fmla="*/ 473 h 563"/>
              <a:gd name="p0x6" fmla="*/ 7860 w 7860"/>
              <a:gd name="p0y6" fmla="*/ 523 h 563"/>
              <a:gd name="p0x7" fmla="*/ 7819 w 7860"/>
              <a:gd name="p0y7" fmla="*/ 563 h 563"/>
              <a:gd name="p0x8" fmla="*/ 7770 w 7860"/>
              <a:gd name="p0y8" fmla="*/ 563 h 563"/>
              <a:gd name="p0x9" fmla="*/ 90 w 7860"/>
              <a:gd name="p0y9" fmla="*/ 563 h 563"/>
              <a:gd name="p0x10" fmla="*/ 40 w 7860"/>
              <a:gd name="p0y10" fmla="*/ 563 h 563"/>
              <a:gd name="p0x11" fmla="*/ 0 w 7860"/>
              <a:gd name="p0y11" fmla="*/ 523 h 563"/>
              <a:gd name="p0x12" fmla="*/ 0 w 7860"/>
              <a:gd name="p0y12" fmla="*/ 473 h 563"/>
              <a:gd name="p0x13" fmla="*/ 0 w 7860"/>
              <a:gd name="p0y13" fmla="*/ 90 h 563"/>
              <a:gd name="p0x14" fmla="*/ 0 w 7860"/>
              <a:gd name="p0y14" fmla="*/ 40 h 563"/>
              <a:gd name="p0x15" fmla="*/ 40 w 7860"/>
              <a:gd name="p0y15" fmla="*/ 0 h 563"/>
              <a:gd name="p0x16" fmla="*/ 90 w 7860"/>
              <a:gd name="p0y16" fmla="*/ 0 h 56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1"/>
            </p:custDataLst>
          </p:nvPr>
        </p:nvSpPr>
        <p:spPr>
          <a:xfrm>
            <a:off x="6543675" y="5437584"/>
            <a:ext cx="111434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150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2"/>
            </p:custDataLst>
          </p:nvPr>
        </p:nvSpPr>
        <p:spPr>
          <a:xfrm>
            <a:off x="7734224" y="5449491"/>
            <a:ext cx="92868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350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36,660</a:t>
            </a:r>
            <a:endParaRPr sz="1350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53"/>
            </p:custDataLst>
          </p:nvPr>
        </p:nvSpPr>
        <p:spPr>
          <a:xfrm>
            <a:off x="8739112" y="5449491"/>
            <a:ext cx="92868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3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829,826</a:t>
            </a:r>
            <a:endParaRPr sz="13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4"/>
            </p:custDataLst>
          </p:nvPr>
        </p:nvSpPr>
        <p:spPr>
          <a:xfrm>
            <a:off x="9991725" y="546377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0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55"/>
            </p:custDataLst>
          </p:nvPr>
        </p:nvSpPr>
        <p:spPr>
          <a:xfrm>
            <a:off x="10573417" y="5437584"/>
            <a:ext cx="72241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100%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56"/>
            </p:custDataLst>
          </p:nvPr>
        </p:nvSpPr>
        <p:spPr>
          <a:xfrm>
            <a:off x="6429375" y="5841740"/>
            <a:ext cx="499110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接收数大于发送数</a:t>
            </a: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：多设备在线，每条消息推送到多个设备。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350" b="1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Recv Timeout=0</a:t>
            </a:r>
            <a:r>
              <a:rPr sz="135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：零消息丢失。</a:t>
            </a:r>
            <a:endParaRPr sz="135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修复前后对比与综合评价</a:t>
            </a:r>
            <a:endParaRPr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381625" cy="4505325"/>
          </a:xfrm>
          <a:custGeom>
            <a:avLst/>
            <a:gdLst>
              <a:gd name="sw" fmla="*/ 1 w 8475"/>
              <a:gd name="sh" fmla="*/ 1 h 7095"/>
              <a:gd name="mins" fmla="min sw sh"/>
              <a:gd name="dsw" fmla="+- 0 sw mins"/>
              <a:gd name="dsh" fmla="+- 0 sh mins"/>
              <a:gd name="p0x0" fmla="*/ 330 w 8475"/>
              <a:gd name="p0y0" fmla="*/ 0 h 7095"/>
              <a:gd name="p0x1" fmla="*/ 8145 w 8475"/>
              <a:gd name="p0y1" fmla="*/ 0 h 7095"/>
              <a:gd name="p0x2" fmla="*/ 8327 w 8475"/>
              <a:gd name="p0y2" fmla="*/ 0 h 7095"/>
              <a:gd name="p0x3" fmla="*/ 8475 w 8475"/>
              <a:gd name="p0y3" fmla="*/ 147 h 7095"/>
              <a:gd name="p0x4" fmla="*/ 8475 w 8475"/>
              <a:gd name="p0y4" fmla="*/ 330 h 7095"/>
              <a:gd name="p0x5" fmla="*/ 8475 w 8475"/>
              <a:gd name="p0y5" fmla="*/ 6765 h 7095"/>
              <a:gd name="p0x6" fmla="*/ 8475 w 8475"/>
              <a:gd name="p0y6" fmla="*/ 6947 h 7095"/>
              <a:gd name="p0x7" fmla="*/ 8327 w 8475"/>
              <a:gd name="p0y7" fmla="*/ 7095 h 7095"/>
              <a:gd name="p0x8" fmla="*/ 8145 w 8475"/>
              <a:gd name="p0y8" fmla="*/ 7095 h 7095"/>
              <a:gd name="p0x9" fmla="*/ 330 w 8475"/>
              <a:gd name="p0y9" fmla="*/ 7095 h 7095"/>
              <a:gd name="p0x10" fmla="*/ 147 w 8475"/>
              <a:gd name="p0y10" fmla="*/ 7095 h 7095"/>
              <a:gd name="p0x11" fmla="*/ 0 w 8475"/>
              <a:gd name="p0y11" fmla="*/ 6947 h 7095"/>
              <a:gd name="p0x12" fmla="*/ 0 w 8475"/>
              <a:gd name="p0y12" fmla="*/ 6765 h 7095"/>
              <a:gd name="p0x13" fmla="*/ 0 w 8475"/>
              <a:gd name="p0y13" fmla="*/ 330 h 7095"/>
              <a:gd name="p0x14" fmla="*/ 0 w 8475"/>
              <a:gd name="p0y14" fmla="*/ 147 h 7095"/>
              <a:gd name="p0x15" fmla="*/ 147 w 8475"/>
              <a:gd name="p0y15" fmla="*/ 0 h 7095"/>
              <a:gd name="p0x16" fmla="*/ 330 w 847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95350" y="14236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81125" y="1376363"/>
            <a:ext cx="29337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修复前：高错误率场景</a:t>
            </a:r>
            <a:endParaRPr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1963420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23925" y="2128018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私聊吞吐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4629302" y="2078012"/>
            <a:ext cx="124762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EA5F72"/>
                </a:solidFill>
                <a:latin typeface="MiSans" panose="00000500000000000000" charset="-122"/>
                <a:ea typeface="MiSans" panose="00000500000000000000" charset="-122"/>
              </a:rPr>
              <a:t>99.91%</a:t>
            </a:r>
            <a:endParaRPr sz="2100" b="1">
              <a:solidFill>
                <a:srgbClr val="EA5F72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71525" y="2669540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923925" y="2834430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群聊吞吐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4629302" y="2784424"/>
            <a:ext cx="124762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EA5F72"/>
                </a:solidFill>
                <a:latin typeface="MiSans" panose="00000500000000000000" charset="-122"/>
                <a:ea typeface="MiSans" panose="00000500000000000000" charset="-122"/>
              </a:rPr>
              <a:t>99.92%</a:t>
            </a:r>
            <a:endParaRPr sz="2100" b="1">
              <a:solidFill>
                <a:srgbClr val="EA5F72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771525" y="3376295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923925" y="3540842"/>
            <a:ext cx="9468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4629302" y="3490836"/>
            <a:ext cx="124762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EA5F72"/>
                </a:solidFill>
                <a:latin typeface="MiSans" panose="00000500000000000000" charset="-122"/>
                <a:ea typeface="MiSans" panose="00000500000000000000" charset="-122"/>
              </a:rPr>
              <a:t>75.29%</a:t>
            </a:r>
            <a:endParaRPr sz="2100" b="1">
              <a:solidFill>
                <a:srgbClr val="EA5F72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771525" y="4082415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923925" y="4247255"/>
            <a:ext cx="9468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4629302" y="4197248"/>
            <a:ext cx="124762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EA5F72"/>
                </a:solidFill>
                <a:latin typeface="MiSans" panose="00000500000000000000" charset="-122"/>
                <a:ea typeface="MiSans" panose="00000500000000000000" charset="-122"/>
              </a:rPr>
              <a:t>92.55%</a:t>
            </a:r>
            <a:endParaRPr sz="2100" b="1">
              <a:solidFill>
                <a:srgbClr val="EA5F72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771525" y="4789170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923925" y="4953667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混合场景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5076825" y="4903660"/>
            <a:ext cx="8001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EA5F72"/>
                </a:solidFill>
                <a:latin typeface="MiSans" panose="00000500000000000000" charset="-122"/>
                <a:ea typeface="MiSans" panose="00000500000000000000" charset="-122"/>
              </a:rPr>
              <a:t>极高</a:t>
            </a:r>
            <a:endParaRPr sz="2100" b="1">
              <a:solidFill>
                <a:srgbClr val="EA5F72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3"/>
            </p:custDataLst>
          </p:nvPr>
        </p:nvSpPr>
        <p:spPr>
          <a:xfrm>
            <a:off x="575945" y="5814695"/>
            <a:ext cx="5381625" cy="657225"/>
          </a:xfrm>
          <a:custGeom>
            <a:avLst/>
            <a:gdLst>
              <a:gd name="sw" fmla="*/ 1 w 8475"/>
              <a:gd name="sh" fmla="*/ 1 h 1035"/>
              <a:gd name="mins" fmla="min sw sh"/>
              <a:gd name="dsw" fmla="+- 0 sw mins"/>
              <a:gd name="dsh" fmla="+- 0 sh mins"/>
              <a:gd name="p0x0" fmla="*/ 330 w 8475"/>
              <a:gd name="p0y0" fmla="*/ 0 h 1035"/>
              <a:gd name="p0x1" fmla="*/ 8145 w 8475"/>
              <a:gd name="p0y1" fmla="*/ 0 h 1035"/>
              <a:gd name="p0x2" fmla="*/ 8327 w 8475"/>
              <a:gd name="p0y2" fmla="*/ 0 h 1035"/>
              <a:gd name="p0x3" fmla="*/ 8475 w 8475"/>
              <a:gd name="p0y3" fmla="*/ 147 h 1035"/>
              <a:gd name="p0x4" fmla="*/ 8475 w 8475"/>
              <a:gd name="p0y4" fmla="*/ 330 h 1035"/>
              <a:gd name="p0x5" fmla="*/ 8475 w 8475"/>
              <a:gd name="p0y5" fmla="*/ 705 h 1035"/>
              <a:gd name="p0x6" fmla="*/ 8475 w 8475"/>
              <a:gd name="p0y6" fmla="*/ 887 h 1035"/>
              <a:gd name="p0x7" fmla="*/ 8327 w 8475"/>
              <a:gd name="p0y7" fmla="*/ 1035 h 1035"/>
              <a:gd name="p0x8" fmla="*/ 8145 w 8475"/>
              <a:gd name="p0y8" fmla="*/ 1035 h 1035"/>
              <a:gd name="p0x9" fmla="*/ 330 w 8475"/>
              <a:gd name="p0y9" fmla="*/ 1035 h 1035"/>
              <a:gd name="p0x10" fmla="*/ 147 w 8475"/>
              <a:gd name="p0y10" fmla="*/ 1035 h 1035"/>
              <a:gd name="p0x11" fmla="*/ 0 w 8475"/>
              <a:gd name="p0y11" fmla="*/ 887 h 1035"/>
              <a:gd name="p0x12" fmla="*/ 0 w 8475"/>
              <a:gd name="p0y12" fmla="*/ 705 h 1035"/>
              <a:gd name="p0x13" fmla="*/ 0 w 8475"/>
              <a:gd name="p0y13" fmla="*/ 330 h 1035"/>
              <a:gd name="p0x14" fmla="*/ 0 w 8475"/>
              <a:gd name="p0y14" fmla="*/ 147 h 1035"/>
              <a:gd name="p0x15" fmla="*/ 147 w 8475"/>
              <a:gd name="p0y15" fmla="*/ 0 h 1035"/>
              <a:gd name="p0x16" fmla="*/ 330 w 847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D9DE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1212" t="-2632" r="-1212" b="-2632"/>
          <a:stretch>
            <a:fillRect/>
          </a:stretch>
        </p:blipFill>
        <p:spPr>
          <a:xfrm>
            <a:off x="782955" y="6048375"/>
            <a:ext cx="214630" cy="1905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1085850" y="6010275"/>
            <a:ext cx="2340693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731826"/>
                </a:solidFill>
                <a:latin typeface="MiSans" panose="00000500000000000000" charset="-122"/>
                <a:ea typeface="MiSans" panose="00000500000000000000" charset="-122"/>
              </a:rPr>
              <a:t>核心问题：</a:t>
            </a:r>
            <a:r>
              <a:rPr sz="1575" b="1" spc="-15">
                <a:solidFill>
                  <a:srgbClr val="731826"/>
                </a:solidFill>
                <a:latin typeface="MiSans" panose="00000500000000000000" charset="-122"/>
                <a:ea typeface="MiSans" panose="00000500000000000000" charset="-122"/>
              </a:rPr>
              <a:t>双层限流冲突</a:t>
            </a:r>
            <a:endParaRPr sz="1575" b="1" spc="-15">
              <a:solidFill>
                <a:srgbClr val="731826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6233795" y="1109345"/>
            <a:ext cx="5381625" cy="4505325"/>
          </a:xfrm>
          <a:custGeom>
            <a:avLst/>
            <a:gdLst>
              <a:gd name="sw" fmla="*/ 1 w 8475"/>
              <a:gd name="sh" fmla="*/ 1 h 7095"/>
              <a:gd name="mins" fmla="min sw sh"/>
              <a:gd name="dsw" fmla="+- 0 sw mins"/>
              <a:gd name="dsh" fmla="+- 0 sh mins"/>
              <a:gd name="p0x0" fmla="*/ 330 w 8475"/>
              <a:gd name="p0y0" fmla="*/ 0 h 7095"/>
              <a:gd name="p0x1" fmla="*/ 8145 w 8475"/>
              <a:gd name="p0y1" fmla="*/ 0 h 7095"/>
              <a:gd name="p0x2" fmla="*/ 8327 w 8475"/>
              <a:gd name="p0y2" fmla="*/ 0 h 7095"/>
              <a:gd name="p0x3" fmla="*/ 8475 w 8475"/>
              <a:gd name="p0y3" fmla="*/ 147 h 7095"/>
              <a:gd name="p0x4" fmla="*/ 8475 w 8475"/>
              <a:gd name="p0y4" fmla="*/ 330 h 7095"/>
              <a:gd name="p0x5" fmla="*/ 8475 w 8475"/>
              <a:gd name="p0y5" fmla="*/ 6765 h 7095"/>
              <a:gd name="p0x6" fmla="*/ 8475 w 8475"/>
              <a:gd name="p0y6" fmla="*/ 6947 h 7095"/>
              <a:gd name="p0x7" fmla="*/ 8327 w 8475"/>
              <a:gd name="p0y7" fmla="*/ 7095 h 7095"/>
              <a:gd name="p0x8" fmla="*/ 8145 w 8475"/>
              <a:gd name="p0y8" fmla="*/ 7095 h 7095"/>
              <a:gd name="p0x9" fmla="*/ 330 w 8475"/>
              <a:gd name="p0y9" fmla="*/ 7095 h 7095"/>
              <a:gd name="p0x10" fmla="*/ 147 w 8475"/>
              <a:gd name="p0y10" fmla="*/ 7095 h 7095"/>
              <a:gd name="p0x11" fmla="*/ 0 w 8475"/>
              <a:gd name="p0y11" fmla="*/ 6947 h 7095"/>
              <a:gd name="p0x12" fmla="*/ 0 w 8475"/>
              <a:gd name="p0y12" fmla="*/ 6765 h 7095"/>
              <a:gd name="p0x13" fmla="*/ 0 w 8475"/>
              <a:gd name="p0y13" fmla="*/ 330 h 7095"/>
              <a:gd name="p0x14" fmla="*/ 0 w 8475"/>
              <a:gd name="p0y14" fmla="*/ 147 h 7095"/>
              <a:gd name="p0x15" fmla="*/ 147 w 8475"/>
              <a:gd name="p0y15" fmla="*/ 0 h 7095"/>
              <a:gd name="p0x16" fmla="*/ 330 w 847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9"/>
            </p:custDataLst>
          </p:nvPr>
        </p:nvSpPr>
        <p:spPr>
          <a:xfrm>
            <a:off x="642937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10 w 780"/>
              <a:gd name="p0y0" fmla="*/ 0 h 780"/>
              <a:gd name="p0x1" fmla="*/ 570 w 780"/>
              <a:gd name="p0y1" fmla="*/ 0 h 780"/>
              <a:gd name="p0x2" fmla="*/ 685 w 780"/>
              <a:gd name="p0y2" fmla="*/ 0 h 780"/>
              <a:gd name="p0x3" fmla="*/ 780 w 780"/>
              <a:gd name="p0y3" fmla="*/ 94 h 780"/>
              <a:gd name="p0x4" fmla="*/ 780 w 780"/>
              <a:gd name="p0y4" fmla="*/ 210 h 780"/>
              <a:gd name="p0x5" fmla="*/ 780 w 780"/>
              <a:gd name="p0y5" fmla="*/ 570 h 780"/>
              <a:gd name="p0x6" fmla="*/ 780 w 780"/>
              <a:gd name="p0y6" fmla="*/ 685 h 780"/>
              <a:gd name="p0x7" fmla="*/ 685 w 780"/>
              <a:gd name="p0y7" fmla="*/ 780 h 780"/>
              <a:gd name="p0x8" fmla="*/ 570 w 780"/>
              <a:gd name="p0y8" fmla="*/ 780 h 780"/>
              <a:gd name="p0x9" fmla="*/ 210 w 780"/>
              <a:gd name="p0y9" fmla="*/ 780 h 780"/>
              <a:gd name="p0x10" fmla="*/ 94 w 780"/>
              <a:gd name="p0y10" fmla="*/ 780 h 780"/>
              <a:gd name="p0x11" fmla="*/ 0 w 780"/>
              <a:gd name="p0y11" fmla="*/ 685 h 780"/>
              <a:gd name="p0x12" fmla="*/ 0 w 780"/>
              <a:gd name="p0y12" fmla="*/ 570 h 780"/>
              <a:gd name="p0x13" fmla="*/ 0 w 780"/>
              <a:gd name="p0y13" fmla="*/ 210 h 780"/>
              <a:gd name="p0x14" fmla="*/ 0 w 780"/>
              <a:gd name="p0y14" fmla="*/ 94 h 780"/>
              <a:gd name="p0x15" fmla="*/ 94 w 780"/>
              <a:gd name="p0y15" fmla="*/ 0 h 780"/>
              <a:gd name="p0x16" fmla="*/ 21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273" t="-16333" r="-2273" b="-16333"/>
          <a:stretch>
            <a:fillRect/>
          </a:stretch>
        </p:blipFill>
        <p:spPr>
          <a:xfrm>
            <a:off x="6567170" y="1423670"/>
            <a:ext cx="219075" cy="2527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7038975" y="1376363"/>
            <a:ext cx="26670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修复后：零错误运行</a:t>
            </a:r>
            <a:endParaRPr sz="21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4"/>
            </p:custDataLst>
          </p:nvPr>
        </p:nvSpPr>
        <p:spPr>
          <a:xfrm>
            <a:off x="6429375" y="1963420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5"/>
            </p:custDataLst>
          </p:nvPr>
        </p:nvSpPr>
        <p:spPr>
          <a:xfrm>
            <a:off x="6581775" y="2128018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私聊吞吐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6"/>
            </p:custDataLst>
          </p:nvPr>
        </p:nvSpPr>
        <p:spPr>
          <a:xfrm>
            <a:off x="9577070" y="2134870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90 w 1200"/>
              <a:gd name="p0y0" fmla="*/ 0 h 375"/>
              <a:gd name="p0x1" fmla="*/ 1110 w 1200"/>
              <a:gd name="p0y1" fmla="*/ 0 h 375"/>
              <a:gd name="p0x2" fmla="*/ 1159 w 1200"/>
              <a:gd name="p0y2" fmla="*/ 0 h 375"/>
              <a:gd name="p0x3" fmla="*/ 1200 w 1200"/>
              <a:gd name="p0y3" fmla="*/ 40 h 375"/>
              <a:gd name="p0x4" fmla="*/ 1200 w 1200"/>
              <a:gd name="p0y4" fmla="*/ 90 h 375"/>
              <a:gd name="p0x5" fmla="*/ 1200 w 1200"/>
              <a:gd name="p0y5" fmla="*/ 285 h 375"/>
              <a:gd name="p0x6" fmla="*/ 1200 w 1200"/>
              <a:gd name="p0y6" fmla="*/ 334 h 375"/>
              <a:gd name="p0x7" fmla="*/ 1159 w 1200"/>
              <a:gd name="p0y7" fmla="*/ 375 h 375"/>
              <a:gd name="p0x8" fmla="*/ 1110 w 1200"/>
              <a:gd name="p0y8" fmla="*/ 375 h 375"/>
              <a:gd name="p0x9" fmla="*/ 90 w 1200"/>
              <a:gd name="p0y9" fmla="*/ 375 h 375"/>
              <a:gd name="p0x10" fmla="*/ 40 w 1200"/>
              <a:gd name="p0y10" fmla="*/ 375 h 375"/>
              <a:gd name="p0x11" fmla="*/ 0 w 1200"/>
              <a:gd name="p0y11" fmla="*/ 334 h 375"/>
              <a:gd name="p0x12" fmla="*/ 0 w 1200"/>
              <a:gd name="p0y12" fmla="*/ 285 h 375"/>
              <a:gd name="p0x13" fmla="*/ 0 w 1200"/>
              <a:gd name="p0y13" fmla="*/ 90 h 375"/>
              <a:gd name="p0x14" fmla="*/ 0 w 1200"/>
              <a:gd name="p0y14" fmla="*/ 40 h 375"/>
              <a:gd name="p0x15" fmla="*/ 40 w 1200"/>
              <a:gd name="p0y15" fmla="*/ 0 h 375"/>
              <a:gd name="p0x16" fmla="*/ 9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7"/>
            </p:custDataLst>
          </p:nvPr>
        </p:nvSpPr>
        <p:spPr>
          <a:xfrm>
            <a:off x="9653368" y="2154212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限流修复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8"/>
            </p:custDataLst>
          </p:nvPr>
        </p:nvSpPr>
        <p:spPr>
          <a:xfrm>
            <a:off x="10453545" y="2078012"/>
            <a:ext cx="108124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43C78F"/>
                </a:solidFill>
                <a:latin typeface="MiSans" panose="00000500000000000000" charset="-122"/>
                <a:ea typeface="MiSans" panose="00000500000000000000" charset="-122"/>
              </a:rPr>
              <a:t>0.00%</a:t>
            </a:r>
            <a:endParaRPr sz="2100" b="1">
              <a:solidFill>
                <a:srgbClr val="43C78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9"/>
            </p:custDataLst>
          </p:nvPr>
        </p:nvSpPr>
        <p:spPr>
          <a:xfrm>
            <a:off x="6429375" y="2669540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6581775" y="2834430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群聊吞吐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1"/>
            </p:custDataLst>
          </p:nvPr>
        </p:nvSpPr>
        <p:spPr>
          <a:xfrm>
            <a:off x="9461500" y="2840990"/>
            <a:ext cx="877570" cy="238125"/>
          </a:xfrm>
          <a:custGeom>
            <a:avLst/>
            <a:gdLst>
              <a:gd name="sw" fmla="*/ 1 w 1381"/>
              <a:gd name="sh" fmla="*/ 1 h 375"/>
              <a:gd name="mins" fmla="min sw sh"/>
              <a:gd name="dsw" fmla="+- 0 sw mins"/>
              <a:gd name="dsh" fmla="+- 0 sh mins"/>
              <a:gd name="p0x0" fmla="*/ 90 w 1381"/>
              <a:gd name="p0y0" fmla="*/ 0 h 375"/>
              <a:gd name="p0x1" fmla="*/ 1291 w 1381"/>
              <a:gd name="p0y1" fmla="*/ 0 h 375"/>
              <a:gd name="p0x2" fmla="*/ 1341 w 1381"/>
              <a:gd name="p0y2" fmla="*/ 0 h 375"/>
              <a:gd name="p0x3" fmla="*/ 1381 w 1381"/>
              <a:gd name="p0y3" fmla="*/ 40 h 375"/>
              <a:gd name="p0x4" fmla="*/ 1381 w 1381"/>
              <a:gd name="p0y4" fmla="*/ 90 h 375"/>
              <a:gd name="p0x5" fmla="*/ 1381 w 1381"/>
              <a:gd name="p0y5" fmla="*/ 285 h 375"/>
              <a:gd name="p0x6" fmla="*/ 1381 w 1381"/>
              <a:gd name="p0y6" fmla="*/ 334 h 375"/>
              <a:gd name="p0x7" fmla="*/ 1341 w 1381"/>
              <a:gd name="p0y7" fmla="*/ 375 h 375"/>
              <a:gd name="p0x8" fmla="*/ 1291 w 1381"/>
              <a:gd name="p0y8" fmla="*/ 375 h 375"/>
              <a:gd name="p0x9" fmla="*/ 90 w 1381"/>
              <a:gd name="p0y9" fmla="*/ 375 h 375"/>
              <a:gd name="p0x10" fmla="*/ 40 w 1381"/>
              <a:gd name="p0y10" fmla="*/ 375 h 375"/>
              <a:gd name="p0x11" fmla="*/ 0 w 1381"/>
              <a:gd name="p0y11" fmla="*/ 334 h 375"/>
              <a:gd name="p0x12" fmla="*/ 0 w 1381"/>
              <a:gd name="p0y12" fmla="*/ 285 h 375"/>
              <a:gd name="p0x13" fmla="*/ 0 w 1381"/>
              <a:gd name="p0y13" fmla="*/ 90 h 375"/>
              <a:gd name="p0x14" fmla="*/ 0 w 1381"/>
              <a:gd name="p0y14" fmla="*/ 40 h 375"/>
              <a:gd name="p0x15" fmla="*/ 40 w 1381"/>
              <a:gd name="p0y15" fmla="*/ 0 h 375"/>
              <a:gd name="p0x16" fmla="*/ 90 w 1381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9538021" y="2860624"/>
            <a:ext cx="8774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Kafka</a:t>
            </a:r>
            <a:r>
              <a:rPr lang="zh-CN"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调优</a:t>
            </a:r>
            <a:endParaRPr lang="zh-CN"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10453535" y="2784424"/>
            <a:ext cx="108124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43C78F"/>
                </a:solidFill>
                <a:latin typeface="MiSans" panose="00000500000000000000" charset="-122"/>
                <a:ea typeface="MiSans" panose="00000500000000000000" charset="-122"/>
              </a:rPr>
              <a:t>0.03%</a:t>
            </a:r>
            <a:endParaRPr sz="2100" b="1">
              <a:solidFill>
                <a:srgbClr val="43C78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4"/>
            </p:custDataLst>
          </p:nvPr>
        </p:nvSpPr>
        <p:spPr>
          <a:xfrm>
            <a:off x="6429375" y="3376295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5"/>
            </p:custDataLst>
          </p:nvPr>
        </p:nvSpPr>
        <p:spPr>
          <a:xfrm>
            <a:off x="6581775" y="3540842"/>
            <a:ext cx="9468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私聊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6"/>
            </p:custDataLst>
          </p:nvPr>
        </p:nvSpPr>
        <p:spPr>
          <a:xfrm>
            <a:off x="9577070" y="3547745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90 w 1200"/>
              <a:gd name="p0y0" fmla="*/ 0 h 375"/>
              <a:gd name="p0x1" fmla="*/ 1110 w 1200"/>
              <a:gd name="p0y1" fmla="*/ 0 h 375"/>
              <a:gd name="p0x2" fmla="*/ 1159 w 1200"/>
              <a:gd name="p0y2" fmla="*/ 0 h 375"/>
              <a:gd name="p0x3" fmla="*/ 1200 w 1200"/>
              <a:gd name="p0y3" fmla="*/ 40 h 375"/>
              <a:gd name="p0x4" fmla="*/ 1200 w 1200"/>
              <a:gd name="p0y4" fmla="*/ 90 h 375"/>
              <a:gd name="p0x5" fmla="*/ 1200 w 1200"/>
              <a:gd name="p0y5" fmla="*/ 285 h 375"/>
              <a:gd name="p0x6" fmla="*/ 1200 w 1200"/>
              <a:gd name="p0y6" fmla="*/ 334 h 375"/>
              <a:gd name="p0x7" fmla="*/ 1159 w 1200"/>
              <a:gd name="p0y7" fmla="*/ 375 h 375"/>
              <a:gd name="p0x8" fmla="*/ 1110 w 1200"/>
              <a:gd name="p0y8" fmla="*/ 375 h 375"/>
              <a:gd name="p0x9" fmla="*/ 90 w 1200"/>
              <a:gd name="p0y9" fmla="*/ 375 h 375"/>
              <a:gd name="p0x10" fmla="*/ 40 w 1200"/>
              <a:gd name="p0y10" fmla="*/ 375 h 375"/>
              <a:gd name="p0x11" fmla="*/ 0 w 1200"/>
              <a:gd name="p0y11" fmla="*/ 334 h 375"/>
              <a:gd name="p0x12" fmla="*/ 0 w 1200"/>
              <a:gd name="p0y12" fmla="*/ 285 h 375"/>
              <a:gd name="p0x13" fmla="*/ 0 w 1200"/>
              <a:gd name="p0y13" fmla="*/ 90 h 375"/>
              <a:gd name="p0x14" fmla="*/ 0 w 1200"/>
              <a:gd name="p0y14" fmla="*/ 40 h 375"/>
              <a:gd name="p0x15" fmla="*/ 40 w 1200"/>
              <a:gd name="p0y15" fmla="*/ 0 h 375"/>
              <a:gd name="p0x16" fmla="*/ 9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7"/>
            </p:custDataLst>
          </p:nvPr>
        </p:nvSpPr>
        <p:spPr>
          <a:xfrm>
            <a:off x="9653368" y="3567036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超时调整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8"/>
            </p:custDataLst>
          </p:nvPr>
        </p:nvSpPr>
        <p:spPr>
          <a:xfrm>
            <a:off x="10453545" y="3490836"/>
            <a:ext cx="108124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43C78F"/>
                </a:solidFill>
                <a:latin typeface="MiSans" panose="00000500000000000000" charset="-122"/>
                <a:ea typeface="MiSans" panose="00000500000000000000" charset="-122"/>
              </a:rPr>
              <a:t>0.00%</a:t>
            </a:r>
            <a:endParaRPr sz="2100" b="1">
              <a:solidFill>
                <a:srgbClr val="43C78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9"/>
            </p:custDataLst>
          </p:nvPr>
        </p:nvSpPr>
        <p:spPr>
          <a:xfrm>
            <a:off x="6429375" y="4082415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50"/>
            </p:custDataLst>
          </p:nvPr>
        </p:nvSpPr>
        <p:spPr>
          <a:xfrm>
            <a:off x="6581775" y="4247255"/>
            <a:ext cx="9468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endParaRPr lang="en-US" alt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51"/>
            </p:custDataLst>
          </p:nvPr>
        </p:nvSpPr>
        <p:spPr>
          <a:xfrm>
            <a:off x="9577070" y="4253865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90 w 1200"/>
              <a:gd name="p0y0" fmla="*/ 0 h 375"/>
              <a:gd name="p0x1" fmla="*/ 1110 w 1200"/>
              <a:gd name="p0y1" fmla="*/ 0 h 375"/>
              <a:gd name="p0x2" fmla="*/ 1159 w 1200"/>
              <a:gd name="p0y2" fmla="*/ 0 h 375"/>
              <a:gd name="p0x3" fmla="*/ 1200 w 1200"/>
              <a:gd name="p0y3" fmla="*/ 40 h 375"/>
              <a:gd name="p0x4" fmla="*/ 1200 w 1200"/>
              <a:gd name="p0y4" fmla="*/ 90 h 375"/>
              <a:gd name="p0x5" fmla="*/ 1200 w 1200"/>
              <a:gd name="p0y5" fmla="*/ 285 h 375"/>
              <a:gd name="p0x6" fmla="*/ 1200 w 1200"/>
              <a:gd name="p0y6" fmla="*/ 334 h 375"/>
              <a:gd name="p0x7" fmla="*/ 1159 w 1200"/>
              <a:gd name="p0y7" fmla="*/ 375 h 375"/>
              <a:gd name="p0x8" fmla="*/ 1110 w 1200"/>
              <a:gd name="p0y8" fmla="*/ 375 h 375"/>
              <a:gd name="p0x9" fmla="*/ 90 w 1200"/>
              <a:gd name="p0y9" fmla="*/ 375 h 375"/>
              <a:gd name="p0x10" fmla="*/ 40 w 1200"/>
              <a:gd name="p0y10" fmla="*/ 375 h 375"/>
              <a:gd name="p0x11" fmla="*/ 0 w 1200"/>
              <a:gd name="p0y11" fmla="*/ 334 h 375"/>
              <a:gd name="p0x12" fmla="*/ 0 w 1200"/>
              <a:gd name="p0y12" fmla="*/ 285 h 375"/>
              <a:gd name="p0x13" fmla="*/ 0 w 1200"/>
              <a:gd name="p0y13" fmla="*/ 90 h 375"/>
              <a:gd name="p0x14" fmla="*/ 0 w 1200"/>
              <a:gd name="p0y14" fmla="*/ 40 h 375"/>
              <a:gd name="p0x15" fmla="*/ 40 w 1200"/>
              <a:gd name="p0y15" fmla="*/ 0 h 375"/>
              <a:gd name="p0x16" fmla="*/ 9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52"/>
            </p:custDataLst>
          </p:nvPr>
        </p:nvSpPr>
        <p:spPr>
          <a:xfrm>
            <a:off x="9653368" y="4273448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扇出优化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53"/>
            </p:custDataLst>
          </p:nvPr>
        </p:nvSpPr>
        <p:spPr>
          <a:xfrm>
            <a:off x="10453545" y="4197248"/>
            <a:ext cx="108124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43C78F"/>
                </a:solidFill>
                <a:latin typeface="MiSans" panose="00000500000000000000" charset="-122"/>
                <a:ea typeface="MiSans" panose="00000500000000000000" charset="-122"/>
              </a:rPr>
              <a:t>0.00%</a:t>
            </a:r>
            <a:endParaRPr sz="2100" b="1">
              <a:solidFill>
                <a:srgbClr val="43C78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54"/>
            </p:custDataLst>
          </p:nvPr>
        </p:nvSpPr>
        <p:spPr>
          <a:xfrm>
            <a:off x="6429375" y="4789170"/>
            <a:ext cx="4991100" cy="581025"/>
          </a:xfrm>
          <a:custGeom>
            <a:avLst/>
            <a:gdLst>
              <a:gd name="sw" fmla="*/ 1 w 7860"/>
              <a:gd name="sh" fmla="*/ 1 h 915"/>
              <a:gd name="mins" fmla="min sw sh"/>
              <a:gd name="dsw" fmla="+- 0 sw mins"/>
              <a:gd name="dsh" fmla="+- 0 sh mins"/>
              <a:gd name="p0x0" fmla="*/ 210 w 7860"/>
              <a:gd name="p0y0" fmla="*/ 0 h 915"/>
              <a:gd name="p0x1" fmla="*/ 7650 w 7860"/>
              <a:gd name="p0y1" fmla="*/ 0 h 915"/>
              <a:gd name="p0x2" fmla="*/ 7765 w 7860"/>
              <a:gd name="p0y2" fmla="*/ 0 h 915"/>
              <a:gd name="p0x3" fmla="*/ 7860 w 7860"/>
              <a:gd name="p0y3" fmla="*/ 94 h 915"/>
              <a:gd name="p0x4" fmla="*/ 7860 w 7860"/>
              <a:gd name="p0y4" fmla="*/ 210 h 915"/>
              <a:gd name="p0x5" fmla="*/ 7860 w 7860"/>
              <a:gd name="p0y5" fmla="*/ 705 h 915"/>
              <a:gd name="p0x6" fmla="*/ 7860 w 7860"/>
              <a:gd name="p0y6" fmla="*/ 820 h 915"/>
              <a:gd name="p0x7" fmla="*/ 7765 w 7860"/>
              <a:gd name="p0y7" fmla="*/ 915 h 915"/>
              <a:gd name="p0x8" fmla="*/ 7650 w 7860"/>
              <a:gd name="p0y8" fmla="*/ 915 h 915"/>
              <a:gd name="p0x9" fmla="*/ 210 w 7860"/>
              <a:gd name="p0y9" fmla="*/ 915 h 915"/>
              <a:gd name="p0x10" fmla="*/ 94 w 7860"/>
              <a:gd name="p0y10" fmla="*/ 915 h 915"/>
              <a:gd name="p0x11" fmla="*/ 0 w 7860"/>
              <a:gd name="p0y11" fmla="*/ 820 h 915"/>
              <a:gd name="p0x12" fmla="*/ 0 w 7860"/>
              <a:gd name="p0y12" fmla="*/ 705 h 915"/>
              <a:gd name="p0x13" fmla="*/ 0 w 7860"/>
              <a:gd name="p0y13" fmla="*/ 210 h 915"/>
              <a:gd name="p0x14" fmla="*/ 0 w 7860"/>
              <a:gd name="p0y14" fmla="*/ 94 h 915"/>
              <a:gd name="p0x15" fmla="*/ 94 w 7860"/>
              <a:gd name="p0y15" fmla="*/ 0 h 915"/>
              <a:gd name="p0x16" fmla="*/ 210 w 786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55"/>
            </p:custDataLst>
          </p:nvPr>
        </p:nvSpPr>
        <p:spPr>
          <a:xfrm>
            <a:off x="6581775" y="4953667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混合场景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6"/>
            </p:custDataLst>
          </p:nvPr>
        </p:nvSpPr>
        <p:spPr>
          <a:xfrm>
            <a:off x="9577070" y="4960620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90 w 1200"/>
              <a:gd name="p0y0" fmla="*/ 0 h 375"/>
              <a:gd name="p0x1" fmla="*/ 1110 w 1200"/>
              <a:gd name="p0y1" fmla="*/ 0 h 375"/>
              <a:gd name="p0x2" fmla="*/ 1159 w 1200"/>
              <a:gd name="p0y2" fmla="*/ 0 h 375"/>
              <a:gd name="p0x3" fmla="*/ 1200 w 1200"/>
              <a:gd name="p0y3" fmla="*/ 40 h 375"/>
              <a:gd name="p0x4" fmla="*/ 1200 w 1200"/>
              <a:gd name="p0y4" fmla="*/ 90 h 375"/>
              <a:gd name="p0x5" fmla="*/ 1200 w 1200"/>
              <a:gd name="p0y5" fmla="*/ 285 h 375"/>
              <a:gd name="p0x6" fmla="*/ 1200 w 1200"/>
              <a:gd name="p0y6" fmla="*/ 334 h 375"/>
              <a:gd name="p0x7" fmla="*/ 1159 w 1200"/>
              <a:gd name="p0y7" fmla="*/ 375 h 375"/>
              <a:gd name="p0x8" fmla="*/ 1110 w 1200"/>
              <a:gd name="p0y8" fmla="*/ 375 h 375"/>
              <a:gd name="p0x9" fmla="*/ 90 w 1200"/>
              <a:gd name="p0y9" fmla="*/ 375 h 375"/>
              <a:gd name="p0x10" fmla="*/ 40 w 1200"/>
              <a:gd name="p0y10" fmla="*/ 375 h 375"/>
              <a:gd name="p0x11" fmla="*/ 0 w 1200"/>
              <a:gd name="p0y11" fmla="*/ 334 h 375"/>
              <a:gd name="p0x12" fmla="*/ 0 w 1200"/>
              <a:gd name="p0y12" fmla="*/ 285 h 375"/>
              <a:gd name="p0x13" fmla="*/ 0 w 1200"/>
              <a:gd name="p0y13" fmla="*/ 90 h 375"/>
              <a:gd name="p0x14" fmla="*/ 0 w 1200"/>
              <a:gd name="p0y14" fmla="*/ 40 h 375"/>
              <a:gd name="p0x15" fmla="*/ 40 w 1200"/>
              <a:gd name="p0y15" fmla="*/ 0 h 375"/>
              <a:gd name="p0x16" fmla="*/ 9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57"/>
            </p:custDataLst>
          </p:nvPr>
        </p:nvSpPr>
        <p:spPr>
          <a:xfrm>
            <a:off x="9653368" y="497986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综合修复</a:t>
            </a:r>
            <a:endParaRPr sz="1200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58"/>
            </p:custDataLst>
          </p:nvPr>
        </p:nvSpPr>
        <p:spPr>
          <a:xfrm>
            <a:off x="10453545" y="4903660"/>
            <a:ext cx="108124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43C78F"/>
                </a:solidFill>
                <a:latin typeface="MiSans" panose="00000500000000000000" charset="-122"/>
                <a:ea typeface="MiSans" panose="00000500000000000000" charset="-122"/>
              </a:rPr>
              <a:t>0.03%</a:t>
            </a:r>
            <a:endParaRPr sz="2100" b="1">
              <a:solidFill>
                <a:srgbClr val="43C78F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59"/>
            </p:custDataLst>
          </p:nvPr>
        </p:nvSpPr>
        <p:spPr>
          <a:xfrm>
            <a:off x="6233795" y="5814695"/>
            <a:ext cx="5381625" cy="657225"/>
          </a:xfrm>
          <a:custGeom>
            <a:avLst/>
            <a:gdLst>
              <a:gd name="sw" fmla="*/ 1 w 8475"/>
              <a:gd name="sh" fmla="*/ 1 h 1035"/>
              <a:gd name="mins" fmla="min sw sh"/>
              <a:gd name="dsw" fmla="+- 0 sw mins"/>
              <a:gd name="dsh" fmla="+- 0 sh mins"/>
              <a:gd name="p0x0" fmla="*/ 330 w 8475"/>
              <a:gd name="p0y0" fmla="*/ 0 h 1035"/>
              <a:gd name="p0x1" fmla="*/ 8145 w 8475"/>
              <a:gd name="p0y1" fmla="*/ 0 h 1035"/>
              <a:gd name="p0x2" fmla="*/ 8327 w 8475"/>
              <a:gd name="p0y2" fmla="*/ 0 h 1035"/>
              <a:gd name="p0x3" fmla="*/ 8475 w 8475"/>
              <a:gd name="p0y3" fmla="*/ 147 h 1035"/>
              <a:gd name="p0x4" fmla="*/ 8475 w 8475"/>
              <a:gd name="p0y4" fmla="*/ 330 h 1035"/>
              <a:gd name="p0x5" fmla="*/ 8475 w 8475"/>
              <a:gd name="p0y5" fmla="*/ 705 h 1035"/>
              <a:gd name="p0x6" fmla="*/ 8475 w 8475"/>
              <a:gd name="p0y6" fmla="*/ 887 h 1035"/>
              <a:gd name="p0x7" fmla="*/ 8327 w 8475"/>
              <a:gd name="p0y7" fmla="*/ 1035 h 1035"/>
              <a:gd name="p0x8" fmla="*/ 8145 w 8475"/>
              <a:gd name="p0y8" fmla="*/ 1035 h 1035"/>
              <a:gd name="p0x9" fmla="*/ 330 w 8475"/>
              <a:gd name="p0y9" fmla="*/ 1035 h 1035"/>
              <a:gd name="p0x10" fmla="*/ 147 w 8475"/>
              <a:gd name="p0y10" fmla="*/ 1035 h 1035"/>
              <a:gd name="p0x11" fmla="*/ 0 w 8475"/>
              <a:gd name="p0y11" fmla="*/ 887 h 1035"/>
              <a:gd name="p0x12" fmla="*/ 0 w 8475"/>
              <a:gd name="p0y12" fmla="*/ 705 h 1035"/>
              <a:gd name="p0x13" fmla="*/ 0 w 8475"/>
              <a:gd name="p0y13" fmla="*/ 330 h 1035"/>
              <a:gd name="p0x14" fmla="*/ 0 w 8475"/>
              <a:gd name="p0y14" fmla="*/ 147 h 1035"/>
              <a:gd name="p0x15" fmla="*/ 147 w 8475"/>
              <a:gd name="p0y15" fmla="*/ 0 h 1035"/>
              <a:gd name="p0x16" fmla="*/ 330 w 847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DF6E6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5556" t="-2632" r="-5556" b="-2632"/>
          <a:stretch>
            <a:fillRect/>
          </a:stretch>
        </p:blipFill>
        <p:spPr>
          <a:xfrm>
            <a:off x="6452870" y="6048375"/>
            <a:ext cx="190500" cy="19050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63"/>
            </p:custDataLst>
          </p:nvPr>
        </p:nvSpPr>
        <p:spPr>
          <a:xfrm>
            <a:off x="6743700" y="6010275"/>
            <a:ext cx="2538708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综合评价：</a:t>
            </a:r>
            <a:r>
              <a:rPr sz="1575" b="1" spc="-15">
                <a:solidFill>
                  <a:srgbClr val="156343"/>
                </a:solidFill>
                <a:latin typeface="MiSans" panose="00000500000000000000" charset="-122"/>
                <a:ea typeface="MiSans" panose="00000500000000000000" charset="-122"/>
              </a:rPr>
              <a:t>核心链路零错误</a:t>
            </a:r>
            <a:endParaRPr sz="1575" b="1" spc="-15">
              <a:solidFill>
                <a:srgbClr val="15634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04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核心技术方案总结</a:t>
            </a:r>
            <a:endParaRPr sz="300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2"/>
            </p:custDataLst>
          </p:nvPr>
        </p:nvSpPr>
        <p:spPr>
          <a:xfrm>
            <a:off x="571500" y="5715000"/>
            <a:ext cx="3556000" cy="762000"/>
          </a:xfrm>
          <a:custGeom>
            <a:avLst/>
            <a:gdLst>
              <a:gd name="sw" fmla="*/ 1 w 5600"/>
              <a:gd name="sh" fmla="*/ 1 h 1200"/>
              <a:gd name="mins" fmla="min sw sh"/>
              <a:gd name="dsw" fmla="+- 0 sw mins"/>
              <a:gd name="dsh" fmla="+- 0 sh mins"/>
              <a:gd name="p0x0" fmla="*/ 210 w 5600"/>
              <a:gd name="p0y0" fmla="*/ 0 h 1200"/>
              <a:gd name="p0x1" fmla="*/ 5390 w 5600"/>
              <a:gd name="p0y1" fmla="*/ 0 h 1200"/>
              <a:gd name="p0x2" fmla="*/ 5506 w 5600"/>
              <a:gd name="p0y2" fmla="*/ 0 h 1200"/>
              <a:gd name="p0x3" fmla="*/ 5600 w 5600"/>
              <a:gd name="p0y3" fmla="*/ 94 h 1200"/>
              <a:gd name="p0x4" fmla="*/ 5600 w 5600"/>
              <a:gd name="p0y4" fmla="*/ 210 h 1200"/>
              <a:gd name="p0x5" fmla="*/ 5600 w 5600"/>
              <a:gd name="p0y5" fmla="*/ 990 h 1200"/>
              <a:gd name="p0x6" fmla="*/ 5600 w 5600"/>
              <a:gd name="p0y6" fmla="*/ 1105 h 1200"/>
              <a:gd name="p0x7" fmla="*/ 5506 w 5600"/>
              <a:gd name="p0y7" fmla="*/ 1200 h 1200"/>
              <a:gd name="p0x8" fmla="*/ 5390 w 5600"/>
              <a:gd name="p0y8" fmla="*/ 1200 h 1200"/>
              <a:gd name="p0x9" fmla="*/ 210 w 5600"/>
              <a:gd name="p0y9" fmla="*/ 1200 h 1200"/>
              <a:gd name="p0x10" fmla="*/ 94 w 5600"/>
              <a:gd name="p0y10" fmla="*/ 1200 h 1200"/>
              <a:gd name="p0x11" fmla="*/ 0 w 5600"/>
              <a:gd name="p0y11" fmla="*/ 1105 h 1200"/>
              <a:gd name="p0x12" fmla="*/ 0 w 5600"/>
              <a:gd name="p0y12" fmla="*/ 990 h 1200"/>
              <a:gd name="p0x13" fmla="*/ 0 w 5600"/>
              <a:gd name="p0y13" fmla="*/ 210 h 1200"/>
              <a:gd name="p0x14" fmla="*/ 0 w 5600"/>
              <a:gd name="p0y14" fmla="*/ 94 h 1200"/>
              <a:gd name="p0x15" fmla="*/ 94 w 5600"/>
              <a:gd name="p0y15" fmla="*/ 0 h 1200"/>
              <a:gd name="p0x16" fmla="*/ 210 w 5600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3"/>
            </p:custDataLst>
          </p:nvPr>
        </p:nvSpPr>
        <p:spPr>
          <a:xfrm>
            <a:off x="800100" y="5886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333" t="-5263" r="-8333" b="-5263"/>
          <a:stretch>
            <a:fillRect/>
          </a:stretch>
        </p:blipFill>
        <p:spPr>
          <a:xfrm>
            <a:off x="909320" y="5995670"/>
            <a:ext cx="200025" cy="200025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7"/>
            </p:custDataLst>
          </p:nvPr>
        </p:nvSpPr>
        <p:spPr>
          <a:xfrm>
            <a:off x="1333500" y="5781675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三重可靠性保障</a:t>
            </a:r>
            <a:endParaRPr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8"/>
            </p:custDataLst>
          </p:nvPr>
        </p:nvSpPr>
        <p:spPr>
          <a:xfrm>
            <a:off x="1333500" y="6010275"/>
            <a:ext cx="188602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Kafka + Outbox + Redis Reconcile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>
            <a:off x="3333826" y="5743575"/>
            <a:ext cx="565100" cy="704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100%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10"/>
            </p:custDataLst>
          </p:nvPr>
        </p:nvSpPr>
        <p:spPr>
          <a:xfrm>
            <a:off x="4318000" y="5715000"/>
            <a:ext cx="3556000" cy="762000"/>
          </a:xfrm>
          <a:custGeom>
            <a:avLst/>
            <a:gdLst>
              <a:gd name="sw" fmla="*/ 1 w 5600"/>
              <a:gd name="sh" fmla="*/ 1 h 1200"/>
              <a:gd name="mins" fmla="min sw sh"/>
              <a:gd name="dsw" fmla="+- 0 sw mins"/>
              <a:gd name="dsh" fmla="+- 0 sh mins"/>
              <a:gd name="p0x0" fmla="*/ 210 w 5600"/>
              <a:gd name="p0y0" fmla="*/ 0 h 1200"/>
              <a:gd name="p0x1" fmla="*/ 5390 w 5600"/>
              <a:gd name="p0y1" fmla="*/ 0 h 1200"/>
              <a:gd name="p0x2" fmla="*/ 5506 w 5600"/>
              <a:gd name="p0y2" fmla="*/ 0 h 1200"/>
              <a:gd name="p0x3" fmla="*/ 5600 w 5600"/>
              <a:gd name="p0y3" fmla="*/ 94 h 1200"/>
              <a:gd name="p0x4" fmla="*/ 5600 w 5600"/>
              <a:gd name="p0y4" fmla="*/ 210 h 1200"/>
              <a:gd name="p0x5" fmla="*/ 5600 w 5600"/>
              <a:gd name="p0y5" fmla="*/ 990 h 1200"/>
              <a:gd name="p0x6" fmla="*/ 5600 w 5600"/>
              <a:gd name="p0y6" fmla="*/ 1105 h 1200"/>
              <a:gd name="p0x7" fmla="*/ 5506 w 5600"/>
              <a:gd name="p0y7" fmla="*/ 1200 h 1200"/>
              <a:gd name="p0x8" fmla="*/ 5390 w 5600"/>
              <a:gd name="p0y8" fmla="*/ 1200 h 1200"/>
              <a:gd name="p0x9" fmla="*/ 210 w 5600"/>
              <a:gd name="p0y9" fmla="*/ 1200 h 1200"/>
              <a:gd name="p0x10" fmla="*/ 94 w 5600"/>
              <a:gd name="p0y10" fmla="*/ 1200 h 1200"/>
              <a:gd name="p0x11" fmla="*/ 0 w 5600"/>
              <a:gd name="p0y11" fmla="*/ 1105 h 1200"/>
              <a:gd name="p0x12" fmla="*/ 0 w 5600"/>
              <a:gd name="p0y12" fmla="*/ 990 h 1200"/>
              <a:gd name="p0x13" fmla="*/ 0 w 5600"/>
              <a:gd name="p0y13" fmla="*/ 210 h 1200"/>
              <a:gd name="p0x14" fmla="*/ 0 w 5600"/>
              <a:gd name="p0y14" fmla="*/ 94 h 1200"/>
              <a:gd name="p0x15" fmla="*/ 94 w 5600"/>
              <a:gd name="p0y15" fmla="*/ 0 h 1200"/>
              <a:gd name="p0x16" fmla="*/ 210 w 5600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11"/>
            </p:custDataLst>
          </p:nvPr>
        </p:nvSpPr>
        <p:spPr>
          <a:xfrm>
            <a:off x="4546600" y="5886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3485" t="-11765" r="-3485" b="-11765"/>
          <a:stretch>
            <a:fillRect/>
          </a:stretch>
        </p:blipFill>
        <p:spPr>
          <a:xfrm>
            <a:off x="4643755" y="5995670"/>
            <a:ext cx="224155" cy="200025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15"/>
            </p:custDataLst>
          </p:nvPr>
        </p:nvSpPr>
        <p:spPr>
          <a:xfrm>
            <a:off x="5080026" y="5781675"/>
            <a:ext cx="158212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Netty</a:t>
            </a:r>
            <a:r>
              <a:rPr lang="zh-CN"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线程隔离</a:t>
            </a:r>
            <a:endParaRPr lang="zh-CN"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6"/>
            </p:custDataLst>
          </p:nvPr>
        </p:nvSpPr>
        <p:spPr>
          <a:xfrm>
            <a:off x="5080026" y="6010275"/>
            <a:ext cx="1582122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IO/</a:t>
            </a:r>
            <a:r>
              <a:rPr lang="zh-CN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业务线程分离</a:t>
            </a:r>
            <a:r>
              <a:rPr lang="en-US" altLang="zh-CN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+ TCP</a:t>
            </a:r>
            <a:r>
              <a:rPr lang="zh-CN" altLang="en-US"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参数调优</a:t>
            </a:r>
            <a:endParaRPr lang="zh-CN" altLang="en-US"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7"/>
            </p:custDataLst>
          </p:nvPr>
        </p:nvSpPr>
        <p:spPr>
          <a:xfrm>
            <a:off x="6776447" y="5743575"/>
            <a:ext cx="869008" cy="704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P95=2ms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18"/>
            </p:custDataLst>
          </p:nvPr>
        </p:nvSpPr>
        <p:spPr>
          <a:xfrm>
            <a:off x="8064500" y="5715000"/>
            <a:ext cx="3556000" cy="762000"/>
          </a:xfrm>
          <a:custGeom>
            <a:avLst/>
            <a:gdLst>
              <a:gd name="sw" fmla="*/ 1 w 5600"/>
              <a:gd name="sh" fmla="*/ 1 h 1200"/>
              <a:gd name="mins" fmla="min sw sh"/>
              <a:gd name="dsw" fmla="+- 0 sw mins"/>
              <a:gd name="dsh" fmla="+- 0 sh mins"/>
              <a:gd name="p0x0" fmla="*/ 210 w 5600"/>
              <a:gd name="p0y0" fmla="*/ 0 h 1200"/>
              <a:gd name="p0x1" fmla="*/ 5390 w 5600"/>
              <a:gd name="p0y1" fmla="*/ 0 h 1200"/>
              <a:gd name="p0x2" fmla="*/ 5506 w 5600"/>
              <a:gd name="p0y2" fmla="*/ 0 h 1200"/>
              <a:gd name="p0x3" fmla="*/ 5600 w 5600"/>
              <a:gd name="p0y3" fmla="*/ 94 h 1200"/>
              <a:gd name="p0x4" fmla="*/ 5600 w 5600"/>
              <a:gd name="p0y4" fmla="*/ 210 h 1200"/>
              <a:gd name="p0x5" fmla="*/ 5600 w 5600"/>
              <a:gd name="p0y5" fmla="*/ 990 h 1200"/>
              <a:gd name="p0x6" fmla="*/ 5600 w 5600"/>
              <a:gd name="p0y6" fmla="*/ 1105 h 1200"/>
              <a:gd name="p0x7" fmla="*/ 5506 w 5600"/>
              <a:gd name="p0y7" fmla="*/ 1200 h 1200"/>
              <a:gd name="p0x8" fmla="*/ 5390 w 5600"/>
              <a:gd name="p0y8" fmla="*/ 1200 h 1200"/>
              <a:gd name="p0x9" fmla="*/ 210 w 5600"/>
              <a:gd name="p0y9" fmla="*/ 1200 h 1200"/>
              <a:gd name="p0x10" fmla="*/ 94 w 5600"/>
              <a:gd name="p0y10" fmla="*/ 1200 h 1200"/>
              <a:gd name="p0x11" fmla="*/ 0 w 5600"/>
              <a:gd name="p0y11" fmla="*/ 1105 h 1200"/>
              <a:gd name="p0x12" fmla="*/ 0 w 5600"/>
              <a:gd name="p0y12" fmla="*/ 990 h 1200"/>
              <a:gd name="p0x13" fmla="*/ 0 w 5600"/>
              <a:gd name="p0y13" fmla="*/ 210 h 1200"/>
              <a:gd name="p0x14" fmla="*/ 0 w 5600"/>
              <a:gd name="p0y14" fmla="*/ 94 h 1200"/>
              <a:gd name="p0x15" fmla="*/ 94 w 5600"/>
              <a:gd name="p0y15" fmla="*/ 0 h 1200"/>
              <a:gd name="p0x16" fmla="*/ 210 w 5600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19"/>
            </p:custDataLst>
          </p:nvPr>
        </p:nvSpPr>
        <p:spPr>
          <a:xfrm>
            <a:off x="8293100" y="5886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3485" t="-11765" r="-3485" b="-11765"/>
          <a:stretch>
            <a:fillRect/>
          </a:stretch>
        </p:blipFill>
        <p:spPr>
          <a:xfrm>
            <a:off x="8390255" y="5995670"/>
            <a:ext cx="224155" cy="200025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23"/>
            </p:custDataLst>
          </p:nvPr>
        </p:nvSpPr>
        <p:spPr>
          <a:xfrm>
            <a:off x="8826551" y="5781675"/>
            <a:ext cx="154810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3F4D63"/>
                </a:solidFill>
                <a:latin typeface="MiSans" panose="00000500000000000000" charset="-122"/>
                <a:ea typeface="MiSans" panose="00000500000000000000" charset="-122"/>
              </a:rPr>
              <a:t>五级服务降级</a:t>
            </a:r>
            <a:endParaRPr sz="1350" b="1">
              <a:solidFill>
                <a:srgbClr val="3F4D63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4"/>
            </p:custDataLst>
          </p:nvPr>
        </p:nvSpPr>
        <p:spPr>
          <a:xfrm>
            <a:off x="8826551" y="6010275"/>
            <a:ext cx="1548108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8795AC"/>
                </a:solidFill>
                <a:latin typeface="MiSans" panose="00000500000000000000" charset="-122"/>
                <a:ea typeface="MiSans" panose="00000500000000000000" charset="-122"/>
              </a:rPr>
              <a:t>核心文本消息收发始终可用</a:t>
            </a:r>
            <a:endParaRPr sz="1200">
              <a:solidFill>
                <a:srgbClr val="8795AC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25"/>
            </p:custDataLst>
          </p:nvPr>
        </p:nvSpPr>
        <p:spPr>
          <a:xfrm>
            <a:off x="10488958" y="5743575"/>
            <a:ext cx="903015" cy="704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最低可用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6"/>
            </p:custDataLst>
          </p:nvPr>
        </p:nvSpPr>
        <p:spPr>
          <a:xfrm>
            <a:off x="575945" y="1109345"/>
            <a:ext cx="3546475" cy="4410075"/>
          </a:xfrm>
          <a:custGeom>
            <a:avLst/>
            <a:gdLst>
              <a:gd name="sw" fmla="*/ 1 w 5585"/>
              <a:gd name="sh" fmla="*/ 1 h 6945"/>
              <a:gd name="mins" fmla="min sw sh"/>
              <a:gd name="dsw" fmla="+- 0 sw mins"/>
              <a:gd name="dsh" fmla="+- 0 sh mins"/>
              <a:gd name="p0x0" fmla="*/ 330 w 5585"/>
              <a:gd name="p0y0" fmla="*/ 0 h 6945"/>
              <a:gd name="p0x1" fmla="*/ 5255 w 5585"/>
              <a:gd name="p0y1" fmla="*/ 0 h 6945"/>
              <a:gd name="p0x2" fmla="*/ 5437 w 5585"/>
              <a:gd name="p0y2" fmla="*/ 0 h 6945"/>
              <a:gd name="p0x3" fmla="*/ 5585 w 5585"/>
              <a:gd name="p0y3" fmla="*/ 147 h 6945"/>
              <a:gd name="p0x4" fmla="*/ 5585 w 5585"/>
              <a:gd name="p0y4" fmla="*/ 330 h 6945"/>
              <a:gd name="p0x5" fmla="*/ 5585 w 5585"/>
              <a:gd name="p0y5" fmla="*/ 6615 h 6945"/>
              <a:gd name="p0x6" fmla="*/ 5585 w 5585"/>
              <a:gd name="p0y6" fmla="*/ 6797 h 6945"/>
              <a:gd name="p0x7" fmla="*/ 5437 w 5585"/>
              <a:gd name="p0y7" fmla="*/ 6945 h 6945"/>
              <a:gd name="p0x8" fmla="*/ 5255 w 5585"/>
              <a:gd name="p0y8" fmla="*/ 6945 h 6945"/>
              <a:gd name="p0x9" fmla="*/ 330 w 5585"/>
              <a:gd name="p0y9" fmla="*/ 6945 h 6945"/>
              <a:gd name="p0x10" fmla="*/ 147 w 5585"/>
              <a:gd name="p0y10" fmla="*/ 6945 h 6945"/>
              <a:gd name="p0x11" fmla="*/ 0 w 5585"/>
              <a:gd name="p0y11" fmla="*/ 6797 h 6945"/>
              <a:gd name="p0x12" fmla="*/ 0 w 5585"/>
              <a:gd name="p0y12" fmla="*/ 6615 h 6945"/>
              <a:gd name="p0x13" fmla="*/ 0 w 5585"/>
              <a:gd name="p0y13" fmla="*/ 330 h 6945"/>
              <a:gd name="p0x14" fmla="*/ 0 w 5585"/>
              <a:gd name="p0y14" fmla="*/ 147 h 6945"/>
              <a:gd name="p0x15" fmla="*/ 147 w 5585"/>
              <a:gd name="p0y15" fmla="*/ 0 h 6945"/>
              <a:gd name="p0x16" fmla="*/ 330 w 5585"/>
              <a:gd name="p0y16" fmla="*/ 0 h 6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27"/>
            </p:custDataLst>
          </p:nvPr>
        </p:nvSpPr>
        <p:spPr>
          <a:xfrm>
            <a:off x="771525" y="1304925"/>
            <a:ext cx="1333500" cy="4019550"/>
          </a:xfrm>
          <a:prstGeom prst="rect">
            <a:avLst/>
          </a:pr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28"/>
            </p:custDataLst>
          </p:nvPr>
        </p:nvSpPr>
        <p:spPr>
          <a:xfrm>
            <a:off x="1228725" y="27622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9"/>
            </p:custDataLst>
          </p:nvPr>
        </p:nvSpPr>
        <p:spPr>
          <a:xfrm>
            <a:off x="1283713" y="2834640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01</a:t>
            </a:r>
            <a:endParaRPr sz="19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0"/>
            </p:custDataLst>
          </p:nvPr>
        </p:nvSpPr>
        <p:spPr>
          <a:xfrm>
            <a:off x="1026766" y="3287078"/>
            <a:ext cx="823017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72390" algn="ctr">
              <a:lnSpc>
                <a:spcPct val="104000"/>
              </a:lnSpc>
            </a:pPr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Ingress-Consumer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架构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31"/>
            </p:custDataLst>
          </p:nvPr>
        </p:nvSpPr>
        <p:spPr>
          <a:xfrm>
            <a:off x="2295525" y="24739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2362200" y="2531110"/>
            <a:ext cx="133350" cy="1524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35"/>
            </p:custDataLst>
          </p:nvPr>
        </p:nvSpPr>
        <p:spPr>
          <a:xfrm>
            <a:off x="2638425" y="2228850"/>
            <a:ext cx="1098575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消息先入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Kafka</a:t>
            </a: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保证不丢失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6"/>
            </p:custDataLst>
          </p:nvPr>
        </p:nvSpPr>
        <p:spPr>
          <a:xfrm>
            <a:off x="2295525" y="36360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333" t="-7143" r="-3333" b="-7143"/>
          <a:stretch>
            <a:fillRect/>
          </a:stretch>
        </p:blipFill>
        <p:spPr>
          <a:xfrm>
            <a:off x="2352675" y="369316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40"/>
            </p:custDataLst>
          </p:nvPr>
        </p:nvSpPr>
        <p:spPr>
          <a:xfrm>
            <a:off x="2638425" y="3138488"/>
            <a:ext cx="1098575" cy="1262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Consumer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顺序消费保证同一会话消息</a:t>
            </a:r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FIFO</a:t>
            </a: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有序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41"/>
            </p:custDataLst>
          </p:nvPr>
        </p:nvSpPr>
        <p:spPr>
          <a:xfrm>
            <a:off x="4322445" y="1109345"/>
            <a:ext cx="3546475" cy="4410075"/>
          </a:xfrm>
          <a:custGeom>
            <a:avLst/>
            <a:gdLst>
              <a:gd name="sw" fmla="*/ 1 w 5585"/>
              <a:gd name="sh" fmla="*/ 1 h 6945"/>
              <a:gd name="mins" fmla="min sw sh"/>
              <a:gd name="dsw" fmla="+- 0 sw mins"/>
              <a:gd name="dsh" fmla="+- 0 sh mins"/>
              <a:gd name="p0x0" fmla="*/ 330 w 5585"/>
              <a:gd name="p0y0" fmla="*/ 0 h 6945"/>
              <a:gd name="p0x1" fmla="*/ 5255 w 5585"/>
              <a:gd name="p0y1" fmla="*/ 0 h 6945"/>
              <a:gd name="p0x2" fmla="*/ 5437 w 5585"/>
              <a:gd name="p0y2" fmla="*/ 0 h 6945"/>
              <a:gd name="p0x3" fmla="*/ 5585 w 5585"/>
              <a:gd name="p0y3" fmla="*/ 147 h 6945"/>
              <a:gd name="p0x4" fmla="*/ 5585 w 5585"/>
              <a:gd name="p0y4" fmla="*/ 330 h 6945"/>
              <a:gd name="p0x5" fmla="*/ 5585 w 5585"/>
              <a:gd name="p0y5" fmla="*/ 6615 h 6945"/>
              <a:gd name="p0x6" fmla="*/ 5585 w 5585"/>
              <a:gd name="p0y6" fmla="*/ 6797 h 6945"/>
              <a:gd name="p0x7" fmla="*/ 5437 w 5585"/>
              <a:gd name="p0y7" fmla="*/ 6945 h 6945"/>
              <a:gd name="p0x8" fmla="*/ 5255 w 5585"/>
              <a:gd name="p0y8" fmla="*/ 6945 h 6945"/>
              <a:gd name="p0x9" fmla="*/ 330 w 5585"/>
              <a:gd name="p0y9" fmla="*/ 6945 h 6945"/>
              <a:gd name="p0x10" fmla="*/ 147 w 5585"/>
              <a:gd name="p0y10" fmla="*/ 6945 h 6945"/>
              <a:gd name="p0x11" fmla="*/ 0 w 5585"/>
              <a:gd name="p0y11" fmla="*/ 6797 h 6945"/>
              <a:gd name="p0x12" fmla="*/ 0 w 5585"/>
              <a:gd name="p0y12" fmla="*/ 6615 h 6945"/>
              <a:gd name="p0x13" fmla="*/ 0 w 5585"/>
              <a:gd name="p0y13" fmla="*/ 330 h 6945"/>
              <a:gd name="p0x14" fmla="*/ 0 w 5585"/>
              <a:gd name="p0y14" fmla="*/ 147 h 6945"/>
              <a:gd name="p0x15" fmla="*/ 147 w 5585"/>
              <a:gd name="p0y15" fmla="*/ 0 h 6945"/>
              <a:gd name="p0x16" fmla="*/ 330 w 5585"/>
              <a:gd name="p0y16" fmla="*/ 0 h 6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42"/>
            </p:custDataLst>
          </p:nvPr>
        </p:nvSpPr>
        <p:spPr>
          <a:xfrm>
            <a:off x="4518025" y="1304925"/>
            <a:ext cx="1333500" cy="4019550"/>
          </a:xfrm>
          <a:prstGeom prst="rect">
            <a:avLst/>
          </a:pr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43"/>
            </p:custDataLst>
          </p:nvPr>
        </p:nvSpPr>
        <p:spPr>
          <a:xfrm>
            <a:off x="4975225" y="28575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44"/>
            </p:custDataLst>
          </p:nvPr>
        </p:nvSpPr>
        <p:spPr>
          <a:xfrm>
            <a:off x="5030238" y="2929890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02</a:t>
            </a:r>
            <a:endParaRPr sz="19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5"/>
            </p:custDataLst>
          </p:nvPr>
        </p:nvSpPr>
        <p:spPr>
          <a:xfrm>
            <a:off x="4841824" y="3382328"/>
            <a:ext cx="685876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自适应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扇出策略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46"/>
            </p:custDataLst>
          </p:nvPr>
        </p:nvSpPr>
        <p:spPr>
          <a:xfrm>
            <a:off x="6042025" y="2335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t="-7143" b="-7143"/>
          <a:stretch>
            <a:fillRect/>
          </a:stretch>
        </p:blipFill>
        <p:spPr>
          <a:xfrm>
            <a:off x="6080125" y="2392680"/>
            <a:ext cx="190500" cy="1524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50"/>
            </p:custDataLst>
          </p:nvPr>
        </p:nvSpPr>
        <p:spPr>
          <a:xfrm>
            <a:off x="6384951" y="2216944"/>
            <a:ext cx="1098575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小群写扩散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直达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51"/>
            </p:custDataLst>
          </p:nvPr>
        </p:nvSpPr>
        <p:spPr>
          <a:xfrm>
            <a:off x="6042025" y="29546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6099175" y="3011805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55"/>
            </p:custDataLst>
          </p:nvPr>
        </p:nvSpPr>
        <p:spPr>
          <a:xfrm>
            <a:off x="6384951" y="2836069"/>
            <a:ext cx="1098575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大群读扩散</a:t>
            </a:r>
            <a:endParaRPr sz="15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/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广播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56"/>
            </p:custDataLst>
          </p:nvPr>
        </p:nvSpPr>
        <p:spPr>
          <a:xfrm>
            <a:off x="6042025" y="38004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 l="-3125" r="-3125"/>
          <a:stretch>
            <a:fillRect/>
          </a:stretch>
        </p:blipFill>
        <p:spPr>
          <a:xfrm>
            <a:off x="6108700" y="3857625"/>
            <a:ext cx="1333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60"/>
            </p:custDataLst>
          </p:nvPr>
        </p:nvSpPr>
        <p:spPr>
          <a:xfrm>
            <a:off x="6384951" y="3455194"/>
            <a:ext cx="1118292" cy="9572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/>
            <a:r>
              <a:rPr lang="zh-CN" alt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群聊</a:t>
            </a:r>
            <a:r>
              <a:rPr lang="en-US" alt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E2E</a:t>
            </a:r>
            <a:r>
              <a:rPr lang="en-US" altLang="zh-CN"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P50</a:t>
            </a:r>
            <a:r>
              <a:rPr lang="zh-CN" altLang="en-US"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仅</a:t>
            </a:r>
            <a:r>
              <a:rPr lang="en-US" altLang="zh-CN"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42ms</a:t>
            </a:r>
            <a:endParaRPr lang="en-US" altLang="zh-CN"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61"/>
            </p:custDataLst>
          </p:nvPr>
        </p:nvSpPr>
        <p:spPr>
          <a:xfrm>
            <a:off x="8068945" y="1109345"/>
            <a:ext cx="3546475" cy="4410075"/>
          </a:xfrm>
          <a:custGeom>
            <a:avLst/>
            <a:gdLst>
              <a:gd name="sw" fmla="*/ 1 w 5585"/>
              <a:gd name="sh" fmla="*/ 1 h 6945"/>
              <a:gd name="mins" fmla="min sw sh"/>
              <a:gd name="dsw" fmla="+- 0 sw mins"/>
              <a:gd name="dsh" fmla="+- 0 sh mins"/>
              <a:gd name="p0x0" fmla="*/ 330 w 5585"/>
              <a:gd name="p0y0" fmla="*/ 0 h 6945"/>
              <a:gd name="p0x1" fmla="*/ 5255 w 5585"/>
              <a:gd name="p0y1" fmla="*/ 0 h 6945"/>
              <a:gd name="p0x2" fmla="*/ 5437 w 5585"/>
              <a:gd name="p0y2" fmla="*/ 0 h 6945"/>
              <a:gd name="p0x3" fmla="*/ 5585 w 5585"/>
              <a:gd name="p0y3" fmla="*/ 147 h 6945"/>
              <a:gd name="p0x4" fmla="*/ 5585 w 5585"/>
              <a:gd name="p0y4" fmla="*/ 330 h 6945"/>
              <a:gd name="p0x5" fmla="*/ 5585 w 5585"/>
              <a:gd name="p0y5" fmla="*/ 6615 h 6945"/>
              <a:gd name="p0x6" fmla="*/ 5585 w 5585"/>
              <a:gd name="p0y6" fmla="*/ 6797 h 6945"/>
              <a:gd name="p0x7" fmla="*/ 5437 w 5585"/>
              <a:gd name="p0y7" fmla="*/ 6945 h 6945"/>
              <a:gd name="p0x8" fmla="*/ 5255 w 5585"/>
              <a:gd name="p0y8" fmla="*/ 6945 h 6945"/>
              <a:gd name="p0x9" fmla="*/ 330 w 5585"/>
              <a:gd name="p0y9" fmla="*/ 6945 h 6945"/>
              <a:gd name="p0x10" fmla="*/ 147 w 5585"/>
              <a:gd name="p0y10" fmla="*/ 6945 h 6945"/>
              <a:gd name="p0x11" fmla="*/ 0 w 5585"/>
              <a:gd name="p0y11" fmla="*/ 6797 h 6945"/>
              <a:gd name="p0x12" fmla="*/ 0 w 5585"/>
              <a:gd name="p0y12" fmla="*/ 6615 h 6945"/>
              <a:gd name="p0x13" fmla="*/ 0 w 5585"/>
              <a:gd name="p0y13" fmla="*/ 330 h 6945"/>
              <a:gd name="p0x14" fmla="*/ 0 w 5585"/>
              <a:gd name="p0y14" fmla="*/ 147 h 6945"/>
              <a:gd name="p0x15" fmla="*/ 147 w 5585"/>
              <a:gd name="p0y15" fmla="*/ 0 h 6945"/>
              <a:gd name="p0x16" fmla="*/ 330 w 5585"/>
              <a:gd name="p0y16" fmla="*/ 0 h 6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DE0F6"/>
            </a:solidFill>
            <a:prstDash val="solid"/>
          </a:ln>
          <a:effectLst>
            <a:outerShdw blurRad="314325" algn="ctr" rotWithShape="0">
              <a:srgbClr val="233752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62"/>
            </p:custDataLst>
          </p:nvPr>
        </p:nvSpPr>
        <p:spPr>
          <a:xfrm>
            <a:off x="8264525" y="1304925"/>
            <a:ext cx="1333500" cy="4019550"/>
          </a:xfrm>
          <a:prstGeom prst="rect">
            <a:avLst/>
          </a:pr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63"/>
            </p:custDataLst>
          </p:nvPr>
        </p:nvSpPr>
        <p:spPr>
          <a:xfrm>
            <a:off x="8721725" y="28575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64"/>
            </p:custDataLst>
          </p:nvPr>
        </p:nvSpPr>
        <p:spPr>
          <a:xfrm>
            <a:off x="8776764" y="2929890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03</a:t>
            </a:r>
            <a:endParaRPr sz="195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65"/>
            </p:custDataLst>
          </p:nvPr>
        </p:nvSpPr>
        <p:spPr>
          <a:xfrm>
            <a:off x="8588349" y="3382328"/>
            <a:ext cx="685876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批量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0A3F8A"/>
                </a:solidFill>
                <a:latin typeface="MiSans" panose="00000500000000000000" charset="-122"/>
                <a:ea typeface="MiSans" panose="00000500000000000000" charset="-122"/>
              </a:rPr>
              <a:t>漏斗模型</a:t>
            </a:r>
            <a:endParaRPr sz="1200" b="1">
              <a:solidFill>
                <a:srgbClr val="0A3F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66"/>
            </p:custDataLst>
          </p:nvPr>
        </p:nvSpPr>
        <p:spPr>
          <a:xfrm>
            <a:off x="9788525" y="23856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>
            <a:fillRect/>
          </a:stretch>
        </p:blipFill>
        <p:spPr>
          <a:xfrm>
            <a:off x="9845675" y="2442845"/>
            <a:ext cx="152400" cy="1524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70"/>
            </p:custDataLst>
          </p:nvPr>
        </p:nvSpPr>
        <p:spPr>
          <a:xfrm>
            <a:off x="10131476" y="2140744"/>
            <a:ext cx="1098575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LinkedBlockingQueue</a:t>
            </a: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队列缓冲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71"/>
            </p:custDataLst>
          </p:nvPr>
        </p:nvSpPr>
        <p:spPr>
          <a:xfrm>
            <a:off x="9788525" y="31311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>
            <a:fillRect/>
          </a:stretch>
        </p:blipFill>
        <p:spPr>
          <a:xfrm>
            <a:off x="9855200" y="3188335"/>
            <a:ext cx="133350" cy="15240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75"/>
            </p:custDataLst>
          </p:nvPr>
        </p:nvSpPr>
        <p:spPr>
          <a:xfrm>
            <a:off x="10131476" y="3012281"/>
            <a:ext cx="1098575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/>
            <a:r>
              <a:rPr sz="15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ForkJoin</a:t>
            </a: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并行批量写入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76"/>
            </p:custDataLst>
          </p:nvPr>
        </p:nvSpPr>
        <p:spPr>
          <a:xfrm>
            <a:off x="9788525" y="39262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4E8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>
            <a:fillRect/>
          </a:stretch>
        </p:blipFill>
        <p:spPr>
          <a:xfrm>
            <a:off x="9845675" y="3983355"/>
            <a:ext cx="152400" cy="15240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80"/>
            </p:custDataLst>
          </p:nvPr>
        </p:nvSpPr>
        <p:spPr>
          <a:xfrm>
            <a:off x="10131476" y="3631406"/>
            <a:ext cx="1146276" cy="857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P50</a:t>
            </a:r>
            <a:r>
              <a:rPr lang="zh-CN"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从</a:t>
            </a:r>
            <a:endParaRPr lang="zh-CN"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  <a:p>
            <a:pPr algn="l"/>
            <a:r>
              <a:rPr sz="1500" b="1" strike="sngStrike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413ms</a:t>
            </a:r>
            <a:r>
              <a:rPr sz="1500">
                <a:solidFill>
                  <a:srgbClr val="62708A"/>
                </a:solidFill>
                <a:latin typeface="MiSans" panose="00000500000000000000" charset="-122"/>
                <a:ea typeface="MiSans" panose="00000500000000000000" charset="-122"/>
              </a:rPr>
              <a:t>降至</a:t>
            </a:r>
            <a:endParaRPr sz="1500">
              <a:solidFill>
                <a:srgbClr val="62708A"/>
              </a:solidFill>
              <a:latin typeface="MiSans" panose="00000500000000000000" charset="-122"/>
              <a:ea typeface="MiSans" panose="00000500000000000000" charset="-122"/>
            </a:endParaRPr>
          </a:p>
          <a:p>
            <a:pPr algn="l"/>
            <a:r>
              <a:rPr sz="2100" b="1">
                <a:solidFill>
                  <a:srgbClr val="116CEE"/>
                </a:solidFill>
                <a:latin typeface="MiSans" panose="00000500000000000000" charset="-122"/>
                <a:ea typeface="MiSans" panose="00000500000000000000" charset="-122"/>
              </a:rPr>
              <a:t>8ms</a:t>
            </a:r>
            <a:endParaRPr sz="2100" b="1">
              <a:solidFill>
                <a:srgbClr val="116CEE"/>
              </a:solidFill>
              <a:latin typeface="MiSans" panose="00000500000000000000" charset="-122"/>
              <a:ea typeface="MiSans" panose="000005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  <p:tag name="KSO_WM_UNIT_ISNUMDGMTITLE" val="0"/>
  <p:tag name="KSO_WM_TEMPLATE_INDEX" val="40490144"/>
  <p:tag name="KSO_WM_TEMPLATE_CATEGORY" val="custom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titlestyle"/>
  <p:tag name="KSO_WM_TEMPLATE_INDEX" val="40490144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6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PRESET_TEXT" val="目录"/>
  <p:tag name="KSO_WM_UNIT_VALUE" val="4"/>
  <p:tag name="KSO_WM_UNIT_TYPE" val="a"/>
  <p:tag name="KSO_WM_UNIT_INDEX" val="1"/>
  <p:tag name="KSO_WM_TEMPLATE_INDEX" val="40490144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44"/>
  <p:tag name="KSO_WM_TEMPLATE_CATEGORY" val="custom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3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  <p:tag name="KSO_WM_UNIT_ISNUMDGMTITLE" val="0"/>
  <p:tag name="KSO_WM_TEMPLATE_INDEX" val="40490144"/>
  <p:tag name="KSO_WM_TEMPLATE_CATEGORY" val="custom"/>
</p:tagLst>
</file>

<file path=ppt/tags/tag1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3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  <p:tag name="KSO_WM_UNIT_ISNUMDGMTITLE" val="0"/>
  <p:tag name="KSO_WM_TEMPLATE_INDEX" val="40490144"/>
  <p:tag name="KSO_WM_TEMPLATE_CATEGORY" val="custom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  <p:tag name="KSO_WM_UNIT_CONTENT_GROUP_TYPE" val="titlestyle"/>
  <p:tag name="KSO_WM_TEMPLATE_INDEX" val="40490144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4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  <p:tag name="KSO_WM_UNIT_ISNUMDGMTITLE" val="0"/>
  <p:tag name="KSO_WM_TEMPLATE_INDEX" val="40490144"/>
  <p:tag name="KSO_WM_TEMPLATE_CATEGORY" val="custom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4*h_a*2_1"/>
  <p:tag name="KSO_WM_UNIT_LAYERLEVEL" val="1_1"/>
  <p:tag name="KSO_WM_TAG_VERSION" val="3.0"/>
  <p:tag name="KSO_WM_BEAUTIFY_FLAG" val="#wm#"/>
  <p:tag name="KSO_WM_TEMPLATE_INDEX" val="40490144"/>
  <p:tag name="KSO_WM_TEMPLATE_CATEGORY" val="custom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4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  <p:tag name="KSO_WM_UNIT_ISNUMDGMTITLE" val="0"/>
  <p:tag name="KSO_WM_TEMPLATE_INDEX" val="40490144"/>
  <p:tag name="KSO_WM_TEMPLATE_CATEGORY" val="custom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4*h_a*1_1"/>
  <p:tag name="KSO_WM_UNIT_LAYERLEVEL" val="1_1"/>
  <p:tag name="KSO_WM_TAG_VERSION" val="3.0"/>
  <p:tag name="KSO_WM_BEAUTIFY_FLAG" val="#wm#"/>
  <p:tag name="KSO_WM_TEMPLATE_INDEX" val="40490144"/>
  <p:tag name="KSO_WM_TEMPLATE_CATEGORY" val="custom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titlestyle"/>
  <p:tag name="KSO_WM_TEMPLATE_INDEX" val="40490144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  <p:tag name="KSO_WM_TEMPLATE_INDEX" val="40490144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44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44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44"/>
  <p:tag name="KSO_WM_TEMPLATE_CATEGORY" val="custom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7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  <p:tag name="KSO_WM_UNIT_ISNUMDGMTITLE" val="0"/>
  <p:tag name="KSO_WM_TEMPLATE_INDEX" val="40490144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8*b*1"/>
  <p:tag name="KSO_WM_UNIT_LAYERLEVEL" val="1"/>
  <p:tag name="KSO_WM_TAG_VERSION" val="3.0"/>
  <p:tag name="KSO_WM_BEAUTIFY_FLAG" val="#wm#"/>
  <p:tag name="KSO_WM_UNIT_CONTENT_GROUP_TYPE" val="titlestyle"/>
  <p:tag name="KSO_WM_TEMPLATE_INDEX" val="40490144"/>
  <p:tag name="KSO_WM_TEMPLATE_CATEGORY" val="custom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8*a*1"/>
  <p:tag name="KSO_WM_UNIT_LAYERLEVEL" val="1"/>
  <p:tag name="KSO_WM_TAG_VERSION" val="3.0"/>
  <p:tag name="KSO_WM_BEAUTIFY_FLAG" val="#wm#"/>
  <p:tag name="KSO_WM_UNIT_CONTENT_GROUP_TYPE" val="titlestyle"/>
  <p:tag name="KSO_WM_TEMPLATE_INDEX" val="40490144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49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5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69bf085b7cba6dfd5cfbc95f36ea0e78c6b14d9e"/>
  <p:tag name="KSO_WM_NEWLAYOUT_ID" val="454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44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contentchip"/>
  <p:tag name="KSO_WM_UNIT_ISNUMDGMTITLE" val="0"/>
  <p:tag name="KSO_WM_UNIT_NOCLEAR" val="0"/>
  <p:tag name="KSO_WM_TEMPLATE_INDEX" val="40490144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57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01c31148e4a2d97b27731443b09f06d27f052f38"/>
  <p:tag name="KSO_WM_NEWLAYOUT_ID" val="461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58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44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CONTENT_GROUP_TYPE" val="contentchip"/>
  <p:tag name="KSO_WM_UNIT_TYPE" val="i"/>
  <p:tag name="KSO_WM_UNIT_INDEX" val="2"/>
  <p:tag name="KSO_WM_UNIT_ISNUMDGMTITLE" val="0"/>
  <p:tag name="KSO_WM_UNIT_NOCLEAR" val="0"/>
  <p:tag name="KSO_WM_TEMPLATE_INDEX" val="40490144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64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65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be063eb036f2c9e41b2b3af0e2c977e06ea5097c"/>
  <p:tag name="KSO_WM_NEWLAYOUT_ID" val="467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a94a85b6789c93f5bad9dff1ea0009710aa1af5"/>
  <p:tag name="KSO_WM_NEWLAYOUT_ID" val="1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44"/>
  <p:tag name="KSO_WM_TEMPLATE_CATEGORY" val="custom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44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4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40490144"/>
  <p:tag name="KSO_WM_UNIT_ISNUMDGMTITLE" val="0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44"/>
</p:tagLst>
</file>

<file path=ppt/tags/tag90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144"/>
  <p:tag name="KSO_WM_TEMPLATE_CATEGORY" val="custom"/>
  <p:tag name="KSO_WM_TEMPLATE_MASTER_TYPE" val="0"/>
  <p:tag name="KSO_WM_TAG_VERSION" val="3.0"/>
</p:tagLst>
</file>

<file path=ppt/tags/tag91.xml><?xml version="1.0" encoding="utf-8"?>
<p:tagLst xmlns:p="http://schemas.openxmlformats.org/presentationml/2006/main">
  <p:tag name="KSO_WM_AITEMPLATE_STYLE_ID" val="69796631621"/>
</p:tagLst>
</file>

<file path=ppt/tags/tag92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9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69bf085b7cba6dfd5cfbc95f36ea0e78c6b14d9e"/>
  <p:tag name="KSO_WM_NEWLAYOUT_ID" val="454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9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144"/>
  <p:tag name="KSO_WM_TEMPLATE_CATEGORY" val="custom"/>
  <p:tag name="KSO_WM_SLIDE_INDEX" val="1"/>
  <p:tag name="KSO_WM_SLIDE_ID" val="custom40490144_1"/>
  <p:tag name="KSO_WM_TEMPLATE_MASTER_TYPE" val="0"/>
  <p:tag name="KSO_WM_SLIDE_LAYOUT" val="a_f"/>
  <p:tag name="KSO_WM_SLIDE_LAYOUT_CNT" val="1_2"/>
  <p:tag name="KSO_WM_TAG_VERSION" val="3.0"/>
</p:tagLst>
</file>

<file path=ppt/tags/tag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01c31148e4a2d97b27731443b09f06d27f052f38"/>
  <p:tag name="KSO_WM_NEWLAYOUT_ID" val="46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114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11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144"/>
  <p:tag name="KSO_WM_TEMPLATE_CATEGORY" val="custom"/>
  <p:tag name="KSO_WM_SLIDE_INDEX" val="3"/>
  <p:tag name="KSO_WM_SLIDE_ID" val="custom40490144_7"/>
  <p:tag name="KSO_WM_TEMPLATE_MASTER_TYPE" val="0"/>
  <p:tag name="KSO_WM_SLIDE_LAYOUT" val="a_e"/>
  <p:tag name="KSO_WM_SLIDE_LAYOUT_CNT" val="1_1"/>
  <p:tag name="KSO_WM_TAG_VERSION" val="3.0"/>
</p:tagLst>
</file>

<file path=ppt/tags/tag11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01c31148e4a2d97b27731443b09f06d27f052f38"/>
  <p:tag name="KSO_WM_NEWLAYOUT_ID" val="46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232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23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144"/>
  <p:tag name="KSO_WM_TEMPLATE_CATEGORY" val="custom"/>
  <p:tag name="KSO_WM_SLIDE_INDEX" val="3"/>
  <p:tag name="KSO_WM_SLIDE_ID" val="custom40490144_7"/>
  <p:tag name="KSO_WM_TEMPLATE_MASTER_TYPE" val="0"/>
  <p:tag name="KSO_WM_SLIDE_LAYOUT" val="a_e"/>
  <p:tag name="KSO_WM_SLIDE_LAYOUT_CNT" val="1_1"/>
  <p:tag name="KSO_WM_TAG_VERSION" val="3.0"/>
</p:tagLst>
</file>

<file path=ppt/tags/tag2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01c31148e4a2d97b27731443b09f06d27f052f38"/>
  <p:tag name="KSO_WM_NEWLAYOUT_ID" val="46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630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63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144"/>
  <p:tag name="KSO_WM_TEMPLATE_CATEGORY" val="custom"/>
  <p:tag name="KSO_WM_SLIDE_INDEX" val="3"/>
  <p:tag name="KSO_WM_SLIDE_ID" val="custom40490144_7"/>
  <p:tag name="KSO_WM_TEMPLATE_MASTER_TYPE" val="0"/>
  <p:tag name="KSO_WM_SLIDE_LAYOUT" val="a_e"/>
  <p:tag name="KSO_WM_SLIDE_LAYOUT_CNT" val="1_1"/>
  <p:tag name="KSO_WM_TAG_VERSION" val="3.0"/>
</p:tagLst>
</file>

<file path=ppt/tags/tag6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75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6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7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7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7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7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8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8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8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8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8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8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8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8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9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9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9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9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9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0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0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0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0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0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07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80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1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2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2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2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2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3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3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3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3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3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3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4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4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4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4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4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4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4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5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5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85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5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85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85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5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85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5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85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6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86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86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6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86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01c31148e4a2d97b27731443b09f06d27f052f38"/>
  <p:tag name="KSO_WM_NEWLAYOUT_ID" val="46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865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86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144"/>
  <p:tag name="KSO_WM_TEMPLATE_CATEGORY" val="custom"/>
  <p:tag name="KSO_WM_SLIDE_INDEX" val="3"/>
  <p:tag name="KSO_WM_SLIDE_ID" val="custom40490144_7"/>
  <p:tag name="KSO_WM_TEMPLATE_MASTER_TYPE" val="0"/>
  <p:tag name="KSO_WM_SLIDE_LAYOUT" val="a_e"/>
  <p:tag name="KSO_WM_SLIDE_LAYOUT_CNT" val="1_1"/>
  <p:tag name="KSO_WM_TAG_VERSION" val="3.0"/>
</p:tagLst>
</file>

<file path=ppt/tags/tag86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6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86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87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87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7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7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7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87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876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87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7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7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8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88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882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88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8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8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9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9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9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9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9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9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0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0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0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0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0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90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0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91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1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1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1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1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1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1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1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91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1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2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92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2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92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92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25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92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be063eb036f2c9e41b2b3af0e2c977e06ea5097c"/>
  <p:tag name="KSO_WM_NEWLAYOUT_ID" val="467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4"/>
  <p:tag name="KSO_WM_TEMPLATE_CATEGORY" val="custom"/>
</p:tagLst>
</file>

<file path=ppt/tags/tag92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90144"/>
  <p:tag name="KSO_WM_TEMPLATE_CATEGORY" val="custom"/>
  <p:tag name="KSO_WM_SLIDE_INDEX" val="5"/>
  <p:tag name="KSO_WM_SLIDE_ID" val="custom40490144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7">
      <a:majorFont>
        <a:latin typeface="MiSans Heavy"/>
        <a:ea typeface="MiSans Heavy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4321</Words>
  <Application>WPS 演示</Application>
  <PresentationFormat>宽屏</PresentationFormat>
  <Paragraphs>923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MiSans</vt:lpstr>
      <vt:lpstr>Wingdings</vt:lpstr>
      <vt:lpstr>微软雅黑</vt:lpstr>
      <vt:lpstr>MiSans Heavy</vt:lpstr>
      <vt:lpstr>Segoe Print</vt:lpstr>
      <vt:lpstr>Arial Unicode MS</vt:lpstr>
      <vt:lpstr>WPS</vt:lpstr>
      <vt:lpstr>Office 主题</vt:lpstr>
      <vt:lpstr>WeLink即时通讯系统项目汇报</vt:lpstr>
      <vt:lpstr>PowerPoint 演示文稿</vt:lpstr>
      <vt:lpstr>软件概述</vt:lpstr>
      <vt:lpstr>PowerPoint 演示文稿</vt:lpstr>
      <vt:lpstr>PowerPoint 演示文稿</vt:lpstr>
      <vt:lpstr>消息链路深度分析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测试评估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WeLink即时通讯系统项目汇报</dc:title>
  <dc:creator/>
  <cp:lastModifiedBy>刘玉坤</cp:lastModifiedBy>
  <cp:revision>2</cp:revision>
  <dcterms:created xsi:type="dcterms:W3CDTF">2026-06-02T06:31:00Z</dcterms:created>
  <dcterms:modified xsi:type="dcterms:W3CDTF">2026-06-02T16:50:09Z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F67EF25FF4E0E31FCE761E6AEA0CE5DF_41</vt:lpwstr>
  </property>
</Properties>
</file>